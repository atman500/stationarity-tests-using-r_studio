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Lst>
  <p:sldIdLst>
    <p:sldId id="256" r:id="rId2"/>
    <p:sldId id="259" r:id="rId3"/>
    <p:sldId id="260" r:id="rId4"/>
    <p:sldId id="261" r:id="rId5"/>
    <p:sldId id="262" r:id="rId6"/>
    <p:sldId id="263" r:id="rId7"/>
    <p:sldId id="264" r:id="rId8"/>
    <p:sldId id="266" r:id="rId9"/>
    <p:sldId id="267" r:id="rId10"/>
    <p:sldId id="265" r:id="rId11"/>
    <p:sldId id="268" r:id="rId12"/>
    <p:sldId id="278" r:id="rId13"/>
    <p:sldId id="279" r:id="rId14"/>
    <p:sldId id="270" r:id="rId15"/>
    <p:sldId id="272" r:id="rId16"/>
    <p:sldId id="273" r:id="rId17"/>
    <p:sldId id="275" r:id="rId18"/>
    <p:sldId id="274" r:id="rId19"/>
    <p:sldId id="277" r:id="rId20"/>
    <p:sldId id="269" r:id="rId21"/>
    <p:sldId id="280" r:id="rId22"/>
  </p:sldIdLst>
  <p:sldSz cx="9144000" cy="6858000" type="screen4x3"/>
  <p:notesSz cx="6858000" cy="9144000"/>
  <p:defaultTextStyle>
    <a:defPPr>
      <a:defRPr lang="ar-DZ"/>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4380"/>
    <p:restoredTop sz="94660"/>
  </p:normalViewPr>
  <p:slideViewPr>
    <p:cSldViewPr>
      <p:cViewPr varScale="1">
        <p:scale>
          <a:sx n="63" d="100"/>
          <a:sy n="63" d="100"/>
        </p:scale>
        <p:origin x="-1356"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شريحة عنوان">
    <p:spTree>
      <p:nvGrpSpPr>
        <p:cNvPr id="1" name=""/>
        <p:cNvGrpSpPr/>
        <p:nvPr/>
      </p:nvGrpSpPr>
      <p:grpSpPr>
        <a:xfrm>
          <a:off x="0" y="0"/>
          <a:ext cx="0" cy="0"/>
          <a:chOff x="0" y="0"/>
          <a:chExt cx="0" cy="0"/>
        </a:xfrm>
      </p:grpSpPr>
      <p:sp>
        <p:nvSpPr>
          <p:cNvPr id="2" name="عنوان 1"/>
          <p:cNvSpPr>
            <a:spLocks noGrp="1"/>
          </p:cNvSpPr>
          <p:nvPr>
            <p:ph type="ctrTitle"/>
          </p:nvPr>
        </p:nvSpPr>
        <p:spPr>
          <a:xfrm>
            <a:off x="685800" y="2130425"/>
            <a:ext cx="7772400" cy="1470025"/>
          </a:xfrm>
        </p:spPr>
        <p:txBody>
          <a:bodyPr/>
          <a:lstStyle/>
          <a:p>
            <a:r>
              <a:rPr lang="ar-SA" smtClean="0"/>
              <a:t>انقر لتحرير نمط العنوان الرئيسي</a:t>
            </a:r>
            <a:endParaRPr lang="ar-DZ"/>
          </a:p>
        </p:txBody>
      </p:sp>
      <p:sp>
        <p:nvSpPr>
          <p:cNvPr id="3" name="عنوان فرعي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ar-SA" smtClean="0"/>
              <a:t>انقر لتحرير نمط العنوان الثانوي الرئيسي</a:t>
            </a:r>
            <a:endParaRPr lang="ar-DZ"/>
          </a:p>
        </p:txBody>
      </p:sp>
      <p:sp>
        <p:nvSpPr>
          <p:cNvPr id="4" name="عنصر نائب للتاريخ 3"/>
          <p:cNvSpPr>
            <a:spLocks noGrp="1"/>
          </p:cNvSpPr>
          <p:nvPr>
            <p:ph type="dt" sz="half" idx="10"/>
          </p:nvPr>
        </p:nvSpPr>
        <p:spPr/>
        <p:txBody>
          <a:bodyPr/>
          <a:lstStyle/>
          <a:p>
            <a:fld id="{74388517-D4E8-40B9-9507-506BF029FB8D}" type="datetimeFigureOut">
              <a:rPr lang="ar-DZ" smtClean="0"/>
              <a:t>20-09-1447</a:t>
            </a:fld>
            <a:endParaRPr lang="ar-DZ"/>
          </a:p>
        </p:txBody>
      </p:sp>
      <p:sp>
        <p:nvSpPr>
          <p:cNvPr id="5" name="عنصر نائب للتذييل 4"/>
          <p:cNvSpPr>
            <a:spLocks noGrp="1"/>
          </p:cNvSpPr>
          <p:nvPr>
            <p:ph type="ftr" sz="quarter" idx="11"/>
          </p:nvPr>
        </p:nvSpPr>
        <p:spPr/>
        <p:txBody>
          <a:bodyPr/>
          <a:lstStyle/>
          <a:p>
            <a:endParaRPr lang="ar-DZ"/>
          </a:p>
        </p:txBody>
      </p:sp>
      <p:sp>
        <p:nvSpPr>
          <p:cNvPr id="6" name="عنصر نائب لرقم الشريحة 5"/>
          <p:cNvSpPr>
            <a:spLocks noGrp="1"/>
          </p:cNvSpPr>
          <p:nvPr>
            <p:ph type="sldNum" sz="quarter" idx="12"/>
          </p:nvPr>
        </p:nvSpPr>
        <p:spPr/>
        <p:txBody>
          <a:bodyPr/>
          <a:lstStyle/>
          <a:p>
            <a:fld id="{54354FE2-E330-4476-B3B7-674A8552EABA}" type="slidenum">
              <a:rPr lang="ar-DZ" smtClean="0"/>
              <a:t>‹#›</a:t>
            </a:fld>
            <a:endParaRPr lang="ar-DZ"/>
          </a:p>
        </p:txBody>
      </p:sp>
    </p:spTree>
    <p:extLst>
      <p:ext uri="{BB962C8B-B14F-4D97-AF65-F5344CB8AC3E}">
        <p14:creationId xmlns:p14="http://schemas.microsoft.com/office/powerpoint/2010/main" val="28843845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عنوان ومحتوى">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ar-SA" smtClean="0"/>
              <a:t>انقر لتحرير نمط العنوان الرئيسي</a:t>
            </a:r>
            <a:endParaRPr lang="ar-DZ"/>
          </a:p>
        </p:txBody>
      </p:sp>
      <p:sp>
        <p:nvSpPr>
          <p:cNvPr id="3" name="عنصر نائب للمحتوى 2"/>
          <p:cNvSpPr>
            <a:spLocks noGrp="1"/>
          </p:cNvSpPr>
          <p:nvPr>
            <p:ph idx="1"/>
          </p:nvPr>
        </p:nvSpPr>
        <p:spPr/>
        <p:txBody>
          <a:body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ar-DZ"/>
          </a:p>
        </p:txBody>
      </p:sp>
      <p:sp>
        <p:nvSpPr>
          <p:cNvPr id="4" name="عنصر نائب للتاريخ 3"/>
          <p:cNvSpPr>
            <a:spLocks noGrp="1"/>
          </p:cNvSpPr>
          <p:nvPr>
            <p:ph type="dt" sz="half" idx="10"/>
          </p:nvPr>
        </p:nvSpPr>
        <p:spPr/>
        <p:txBody>
          <a:bodyPr/>
          <a:lstStyle/>
          <a:p>
            <a:fld id="{74388517-D4E8-40B9-9507-506BF029FB8D}" type="datetimeFigureOut">
              <a:rPr lang="ar-DZ" smtClean="0"/>
              <a:t>20-09-1447</a:t>
            </a:fld>
            <a:endParaRPr lang="ar-DZ"/>
          </a:p>
        </p:txBody>
      </p:sp>
      <p:sp>
        <p:nvSpPr>
          <p:cNvPr id="5" name="عنصر نائب للتذييل 4"/>
          <p:cNvSpPr>
            <a:spLocks noGrp="1"/>
          </p:cNvSpPr>
          <p:nvPr>
            <p:ph type="ftr" sz="quarter" idx="11"/>
          </p:nvPr>
        </p:nvSpPr>
        <p:spPr/>
        <p:txBody>
          <a:bodyPr/>
          <a:lstStyle/>
          <a:p>
            <a:endParaRPr lang="ar-DZ"/>
          </a:p>
        </p:txBody>
      </p:sp>
      <p:sp>
        <p:nvSpPr>
          <p:cNvPr id="6" name="عنصر نائب لرقم الشريحة 5"/>
          <p:cNvSpPr>
            <a:spLocks noGrp="1"/>
          </p:cNvSpPr>
          <p:nvPr>
            <p:ph type="sldNum" sz="quarter" idx="12"/>
          </p:nvPr>
        </p:nvSpPr>
        <p:spPr/>
        <p:txBody>
          <a:bodyPr/>
          <a:lstStyle/>
          <a:p>
            <a:fld id="{54354FE2-E330-4476-B3B7-674A8552EABA}" type="slidenum">
              <a:rPr lang="ar-DZ" smtClean="0"/>
              <a:t>‹#›</a:t>
            </a:fld>
            <a:endParaRPr lang="ar-DZ"/>
          </a:p>
        </p:txBody>
      </p:sp>
    </p:spTree>
    <p:extLst>
      <p:ext uri="{BB962C8B-B14F-4D97-AF65-F5344CB8AC3E}">
        <p14:creationId xmlns:p14="http://schemas.microsoft.com/office/powerpoint/2010/main" val="3140591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عنوان المقطع">
    <p:spTree>
      <p:nvGrpSpPr>
        <p:cNvPr id="1" name=""/>
        <p:cNvGrpSpPr/>
        <p:nvPr/>
      </p:nvGrpSpPr>
      <p:grpSpPr>
        <a:xfrm>
          <a:off x="0" y="0"/>
          <a:ext cx="0" cy="0"/>
          <a:chOff x="0" y="0"/>
          <a:chExt cx="0" cy="0"/>
        </a:xfrm>
      </p:grpSpPr>
      <p:sp>
        <p:nvSpPr>
          <p:cNvPr id="2" name="عنوان 1"/>
          <p:cNvSpPr>
            <a:spLocks noGrp="1"/>
          </p:cNvSpPr>
          <p:nvPr>
            <p:ph type="title"/>
          </p:nvPr>
        </p:nvSpPr>
        <p:spPr>
          <a:xfrm>
            <a:off x="722313" y="4406900"/>
            <a:ext cx="7772400" cy="1362075"/>
          </a:xfrm>
        </p:spPr>
        <p:txBody>
          <a:bodyPr anchor="t"/>
          <a:lstStyle>
            <a:lvl1pPr algn="r">
              <a:defRPr sz="4000" b="1" cap="all"/>
            </a:lvl1pPr>
          </a:lstStyle>
          <a:p>
            <a:r>
              <a:rPr lang="ar-SA" smtClean="0"/>
              <a:t>انقر لتحرير نمط العنوان الرئيسي</a:t>
            </a:r>
            <a:endParaRPr lang="ar-DZ"/>
          </a:p>
        </p:txBody>
      </p:sp>
      <p:sp>
        <p:nvSpPr>
          <p:cNvPr id="3" name="عنصر نائب للنص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ar-SA" smtClean="0"/>
              <a:t>انقر لتحرير أنماط النص الرئيسي</a:t>
            </a:r>
          </a:p>
        </p:txBody>
      </p:sp>
      <p:sp>
        <p:nvSpPr>
          <p:cNvPr id="4" name="عنصر نائب للتاريخ 3"/>
          <p:cNvSpPr>
            <a:spLocks noGrp="1"/>
          </p:cNvSpPr>
          <p:nvPr>
            <p:ph type="dt" sz="half" idx="10"/>
          </p:nvPr>
        </p:nvSpPr>
        <p:spPr/>
        <p:txBody>
          <a:bodyPr/>
          <a:lstStyle/>
          <a:p>
            <a:fld id="{74388517-D4E8-40B9-9507-506BF029FB8D}" type="datetimeFigureOut">
              <a:rPr lang="ar-DZ" smtClean="0"/>
              <a:t>20-09-1447</a:t>
            </a:fld>
            <a:endParaRPr lang="ar-DZ"/>
          </a:p>
        </p:txBody>
      </p:sp>
      <p:sp>
        <p:nvSpPr>
          <p:cNvPr id="5" name="عنصر نائب للتذييل 4"/>
          <p:cNvSpPr>
            <a:spLocks noGrp="1"/>
          </p:cNvSpPr>
          <p:nvPr>
            <p:ph type="ftr" sz="quarter" idx="11"/>
          </p:nvPr>
        </p:nvSpPr>
        <p:spPr/>
        <p:txBody>
          <a:bodyPr/>
          <a:lstStyle/>
          <a:p>
            <a:endParaRPr lang="ar-DZ"/>
          </a:p>
        </p:txBody>
      </p:sp>
      <p:sp>
        <p:nvSpPr>
          <p:cNvPr id="6" name="عنصر نائب لرقم الشريحة 5"/>
          <p:cNvSpPr>
            <a:spLocks noGrp="1"/>
          </p:cNvSpPr>
          <p:nvPr>
            <p:ph type="sldNum" sz="quarter" idx="12"/>
          </p:nvPr>
        </p:nvSpPr>
        <p:spPr/>
        <p:txBody>
          <a:bodyPr/>
          <a:lstStyle/>
          <a:p>
            <a:fld id="{54354FE2-E330-4476-B3B7-674A8552EABA}" type="slidenum">
              <a:rPr lang="ar-DZ" smtClean="0"/>
              <a:t>‹#›</a:t>
            </a:fld>
            <a:endParaRPr lang="ar-DZ"/>
          </a:p>
        </p:txBody>
      </p:sp>
    </p:spTree>
    <p:extLst>
      <p:ext uri="{BB962C8B-B14F-4D97-AF65-F5344CB8AC3E}">
        <p14:creationId xmlns:p14="http://schemas.microsoft.com/office/powerpoint/2010/main" val="440552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محتويين">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ar-SA" smtClean="0"/>
              <a:t>انقر لتحرير نمط العنوان الرئيسي</a:t>
            </a:r>
            <a:endParaRPr lang="ar-DZ"/>
          </a:p>
        </p:txBody>
      </p:sp>
      <p:sp>
        <p:nvSpPr>
          <p:cNvPr id="3" name="عنصر نائب للمحتوى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ar-DZ"/>
          </a:p>
        </p:txBody>
      </p:sp>
      <p:sp>
        <p:nvSpPr>
          <p:cNvPr id="4" name="عنصر نائب للمحتوى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ar-DZ"/>
          </a:p>
        </p:txBody>
      </p:sp>
      <p:sp>
        <p:nvSpPr>
          <p:cNvPr id="5" name="عنصر نائب للتاريخ 4"/>
          <p:cNvSpPr>
            <a:spLocks noGrp="1"/>
          </p:cNvSpPr>
          <p:nvPr>
            <p:ph type="dt" sz="half" idx="10"/>
          </p:nvPr>
        </p:nvSpPr>
        <p:spPr/>
        <p:txBody>
          <a:bodyPr/>
          <a:lstStyle/>
          <a:p>
            <a:fld id="{74388517-D4E8-40B9-9507-506BF029FB8D}" type="datetimeFigureOut">
              <a:rPr lang="ar-DZ" smtClean="0"/>
              <a:t>20-09-1447</a:t>
            </a:fld>
            <a:endParaRPr lang="ar-DZ"/>
          </a:p>
        </p:txBody>
      </p:sp>
      <p:sp>
        <p:nvSpPr>
          <p:cNvPr id="6" name="عنصر نائب للتذييل 5"/>
          <p:cNvSpPr>
            <a:spLocks noGrp="1"/>
          </p:cNvSpPr>
          <p:nvPr>
            <p:ph type="ftr" sz="quarter" idx="11"/>
          </p:nvPr>
        </p:nvSpPr>
        <p:spPr/>
        <p:txBody>
          <a:bodyPr/>
          <a:lstStyle/>
          <a:p>
            <a:endParaRPr lang="ar-DZ"/>
          </a:p>
        </p:txBody>
      </p:sp>
      <p:sp>
        <p:nvSpPr>
          <p:cNvPr id="7" name="عنصر نائب لرقم الشريحة 6"/>
          <p:cNvSpPr>
            <a:spLocks noGrp="1"/>
          </p:cNvSpPr>
          <p:nvPr>
            <p:ph type="sldNum" sz="quarter" idx="12"/>
          </p:nvPr>
        </p:nvSpPr>
        <p:spPr/>
        <p:txBody>
          <a:bodyPr/>
          <a:lstStyle/>
          <a:p>
            <a:fld id="{54354FE2-E330-4476-B3B7-674A8552EABA}" type="slidenum">
              <a:rPr lang="ar-DZ" smtClean="0"/>
              <a:t>‹#›</a:t>
            </a:fld>
            <a:endParaRPr lang="ar-DZ"/>
          </a:p>
        </p:txBody>
      </p:sp>
    </p:spTree>
    <p:extLst>
      <p:ext uri="{BB962C8B-B14F-4D97-AF65-F5344CB8AC3E}">
        <p14:creationId xmlns:p14="http://schemas.microsoft.com/office/powerpoint/2010/main" val="17246189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مقارنة">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lvl1pPr>
              <a:defRPr/>
            </a:lvl1pPr>
          </a:lstStyle>
          <a:p>
            <a:r>
              <a:rPr lang="ar-SA" smtClean="0"/>
              <a:t>انقر لتحرير نمط العنوان الرئيسي</a:t>
            </a:r>
            <a:endParaRPr lang="ar-DZ"/>
          </a:p>
        </p:txBody>
      </p:sp>
      <p:sp>
        <p:nvSpPr>
          <p:cNvPr id="3" name="عنصر نائب للنص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smtClean="0"/>
              <a:t>انقر لتحرير أنماط النص الرئيسي</a:t>
            </a:r>
          </a:p>
        </p:txBody>
      </p:sp>
      <p:sp>
        <p:nvSpPr>
          <p:cNvPr id="4" name="عنصر نائب للمحتوى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ar-DZ"/>
          </a:p>
        </p:txBody>
      </p:sp>
      <p:sp>
        <p:nvSpPr>
          <p:cNvPr id="5" name="عنصر نائب للنص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smtClean="0"/>
              <a:t>انقر لتحرير أنماط النص الرئيسي</a:t>
            </a:r>
          </a:p>
        </p:txBody>
      </p:sp>
      <p:sp>
        <p:nvSpPr>
          <p:cNvPr id="6" name="عنصر نائب للمحتوى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ar-DZ"/>
          </a:p>
        </p:txBody>
      </p:sp>
      <p:sp>
        <p:nvSpPr>
          <p:cNvPr id="7" name="عنصر نائب للتاريخ 6"/>
          <p:cNvSpPr>
            <a:spLocks noGrp="1"/>
          </p:cNvSpPr>
          <p:nvPr>
            <p:ph type="dt" sz="half" idx="10"/>
          </p:nvPr>
        </p:nvSpPr>
        <p:spPr/>
        <p:txBody>
          <a:bodyPr/>
          <a:lstStyle/>
          <a:p>
            <a:fld id="{74388517-D4E8-40B9-9507-506BF029FB8D}" type="datetimeFigureOut">
              <a:rPr lang="ar-DZ" smtClean="0"/>
              <a:t>20-09-1447</a:t>
            </a:fld>
            <a:endParaRPr lang="ar-DZ"/>
          </a:p>
        </p:txBody>
      </p:sp>
      <p:sp>
        <p:nvSpPr>
          <p:cNvPr id="8" name="عنصر نائب للتذييل 7"/>
          <p:cNvSpPr>
            <a:spLocks noGrp="1"/>
          </p:cNvSpPr>
          <p:nvPr>
            <p:ph type="ftr" sz="quarter" idx="11"/>
          </p:nvPr>
        </p:nvSpPr>
        <p:spPr/>
        <p:txBody>
          <a:bodyPr/>
          <a:lstStyle/>
          <a:p>
            <a:endParaRPr lang="ar-DZ"/>
          </a:p>
        </p:txBody>
      </p:sp>
      <p:sp>
        <p:nvSpPr>
          <p:cNvPr id="9" name="عنصر نائب لرقم الشريحة 8"/>
          <p:cNvSpPr>
            <a:spLocks noGrp="1"/>
          </p:cNvSpPr>
          <p:nvPr>
            <p:ph type="sldNum" sz="quarter" idx="12"/>
          </p:nvPr>
        </p:nvSpPr>
        <p:spPr/>
        <p:txBody>
          <a:bodyPr/>
          <a:lstStyle/>
          <a:p>
            <a:fld id="{54354FE2-E330-4476-B3B7-674A8552EABA}" type="slidenum">
              <a:rPr lang="ar-DZ" smtClean="0"/>
              <a:t>‹#›</a:t>
            </a:fld>
            <a:endParaRPr lang="ar-DZ"/>
          </a:p>
        </p:txBody>
      </p:sp>
    </p:spTree>
    <p:extLst>
      <p:ext uri="{BB962C8B-B14F-4D97-AF65-F5344CB8AC3E}">
        <p14:creationId xmlns:p14="http://schemas.microsoft.com/office/powerpoint/2010/main" val="26554249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عنوان فقط">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ar-SA" smtClean="0"/>
              <a:t>انقر لتحرير نمط العنوان الرئيسي</a:t>
            </a:r>
            <a:endParaRPr lang="ar-DZ"/>
          </a:p>
        </p:txBody>
      </p:sp>
      <p:sp>
        <p:nvSpPr>
          <p:cNvPr id="3" name="عنصر نائب للتاريخ 2"/>
          <p:cNvSpPr>
            <a:spLocks noGrp="1"/>
          </p:cNvSpPr>
          <p:nvPr>
            <p:ph type="dt" sz="half" idx="10"/>
          </p:nvPr>
        </p:nvSpPr>
        <p:spPr/>
        <p:txBody>
          <a:bodyPr/>
          <a:lstStyle/>
          <a:p>
            <a:fld id="{74388517-D4E8-40B9-9507-506BF029FB8D}" type="datetimeFigureOut">
              <a:rPr lang="ar-DZ" smtClean="0"/>
              <a:t>20-09-1447</a:t>
            </a:fld>
            <a:endParaRPr lang="ar-DZ"/>
          </a:p>
        </p:txBody>
      </p:sp>
      <p:sp>
        <p:nvSpPr>
          <p:cNvPr id="4" name="عنصر نائب للتذييل 3"/>
          <p:cNvSpPr>
            <a:spLocks noGrp="1"/>
          </p:cNvSpPr>
          <p:nvPr>
            <p:ph type="ftr" sz="quarter" idx="11"/>
          </p:nvPr>
        </p:nvSpPr>
        <p:spPr/>
        <p:txBody>
          <a:bodyPr/>
          <a:lstStyle/>
          <a:p>
            <a:endParaRPr lang="ar-DZ"/>
          </a:p>
        </p:txBody>
      </p:sp>
      <p:sp>
        <p:nvSpPr>
          <p:cNvPr id="5" name="عنصر نائب لرقم الشريحة 4"/>
          <p:cNvSpPr>
            <a:spLocks noGrp="1"/>
          </p:cNvSpPr>
          <p:nvPr>
            <p:ph type="sldNum" sz="quarter" idx="12"/>
          </p:nvPr>
        </p:nvSpPr>
        <p:spPr/>
        <p:txBody>
          <a:bodyPr/>
          <a:lstStyle/>
          <a:p>
            <a:fld id="{54354FE2-E330-4476-B3B7-674A8552EABA}" type="slidenum">
              <a:rPr lang="ar-DZ" smtClean="0"/>
              <a:t>‹#›</a:t>
            </a:fld>
            <a:endParaRPr lang="ar-DZ"/>
          </a:p>
        </p:txBody>
      </p:sp>
    </p:spTree>
    <p:extLst>
      <p:ext uri="{BB962C8B-B14F-4D97-AF65-F5344CB8AC3E}">
        <p14:creationId xmlns:p14="http://schemas.microsoft.com/office/powerpoint/2010/main" val="1966481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فارغ">
    <p:spTree>
      <p:nvGrpSpPr>
        <p:cNvPr id="1" name=""/>
        <p:cNvGrpSpPr/>
        <p:nvPr/>
      </p:nvGrpSpPr>
      <p:grpSpPr>
        <a:xfrm>
          <a:off x="0" y="0"/>
          <a:ext cx="0" cy="0"/>
          <a:chOff x="0" y="0"/>
          <a:chExt cx="0" cy="0"/>
        </a:xfrm>
      </p:grpSpPr>
      <p:sp>
        <p:nvSpPr>
          <p:cNvPr id="2" name="عنصر نائب للتاريخ 1"/>
          <p:cNvSpPr>
            <a:spLocks noGrp="1"/>
          </p:cNvSpPr>
          <p:nvPr>
            <p:ph type="dt" sz="half" idx="10"/>
          </p:nvPr>
        </p:nvSpPr>
        <p:spPr/>
        <p:txBody>
          <a:bodyPr/>
          <a:lstStyle/>
          <a:p>
            <a:fld id="{74388517-D4E8-40B9-9507-506BF029FB8D}" type="datetimeFigureOut">
              <a:rPr lang="ar-DZ" smtClean="0"/>
              <a:t>20-09-1447</a:t>
            </a:fld>
            <a:endParaRPr lang="ar-DZ"/>
          </a:p>
        </p:txBody>
      </p:sp>
      <p:sp>
        <p:nvSpPr>
          <p:cNvPr id="3" name="عنصر نائب للتذييل 2"/>
          <p:cNvSpPr>
            <a:spLocks noGrp="1"/>
          </p:cNvSpPr>
          <p:nvPr>
            <p:ph type="ftr" sz="quarter" idx="11"/>
          </p:nvPr>
        </p:nvSpPr>
        <p:spPr/>
        <p:txBody>
          <a:bodyPr/>
          <a:lstStyle/>
          <a:p>
            <a:endParaRPr lang="ar-DZ"/>
          </a:p>
        </p:txBody>
      </p:sp>
      <p:sp>
        <p:nvSpPr>
          <p:cNvPr id="4" name="عنصر نائب لرقم الشريحة 3"/>
          <p:cNvSpPr>
            <a:spLocks noGrp="1"/>
          </p:cNvSpPr>
          <p:nvPr>
            <p:ph type="sldNum" sz="quarter" idx="12"/>
          </p:nvPr>
        </p:nvSpPr>
        <p:spPr/>
        <p:txBody>
          <a:bodyPr/>
          <a:lstStyle/>
          <a:p>
            <a:fld id="{54354FE2-E330-4476-B3B7-674A8552EABA}" type="slidenum">
              <a:rPr lang="ar-DZ" smtClean="0"/>
              <a:t>‹#›</a:t>
            </a:fld>
            <a:endParaRPr lang="ar-DZ"/>
          </a:p>
        </p:txBody>
      </p:sp>
    </p:spTree>
    <p:extLst>
      <p:ext uri="{BB962C8B-B14F-4D97-AF65-F5344CB8AC3E}">
        <p14:creationId xmlns:p14="http://schemas.microsoft.com/office/powerpoint/2010/main" val="29410003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محتوى ذو تسمية توضيحية">
    <p:spTree>
      <p:nvGrpSpPr>
        <p:cNvPr id="1" name=""/>
        <p:cNvGrpSpPr/>
        <p:nvPr/>
      </p:nvGrpSpPr>
      <p:grpSpPr>
        <a:xfrm>
          <a:off x="0" y="0"/>
          <a:ext cx="0" cy="0"/>
          <a:chOff x="0" y="0"/>
          <a:chExt cx="0" cy="0"/>
        </a:xfrm>
      </p:grpSpPr>
      <p:sp>
        <p:nvSpPr>
          <p:cNvPr id="2" name="عنوان 1"/>
          <p:cNvSpPr>
            <a:spLocks noGrp="1"/>
          </p:cNvSpPr>
          <p:nvPr>
            <p:ph type="title"/>
          </p:nvPr>
        </p:nvSpPr>
        <p:spPr>
          <a:xfrm>
            <a:off x="457200" y="273050"/>
            <a:ext cx="3008313" cy="1162050"/>
          </a:xfrm>
        </p:spPr>
        <p:txBody>
          <a:bodyPr anchor="b"/>
          <a:lstStyle>
            <a:lvl1pPr algn="r">
              <a:defRPr sz="2000" b="1"/>
            </a:lvl1pPr>
          </a:lstStyle>
          <a:p>
            <a:r>
              <a:rPr lang="ar-SA" smtClean="0"/>
              <a:t>انقر لتحرير نمط العنوان الرئيسي</a:t>
            </a:r>
            <a:endParaRPr lang="ar-DZ"/>
          </a:p>
        </p:txBody>
      </p:sp>
      <p:sp>
        <p:nvSpPr>
          <p:cNvPr id="3" name="عنصر نائب للمحتوى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ar-DZ"/>
          </a:p>
        </p:txBody>
      </p:sp>
      <p:sp>
        <p:nvSpPr>
          <p:cNvPr id="4" name="عنصر نائب للنص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ar-SA" smtClean="0"/>
              <a:t>انقر لتحرير أنماط النص الرئيسي</a:t>
            </a:r>
          </a:p>
        </p:txBody>
      </p:sp>
      <p:sp>
        <p:nvSpPr>
          <p:cNvPr id="5" name="عنصر نائب للتاريخ 4"/>
          <p:cNvSpPr>
            <a:spLocks noGrp="1"/>
          </p:cNvSpPr>
          <p:nvPr>
            <p:ph type="dt" sz="half" idx="10"/>
          </p:nvPr>
        </p:nvSpPr>
        <p:spPr/>
        <p:txBody>
          <a:bodyPr/>
          <a:lstStyle/>
          <a:p>
            <a:fld id="{74388517-D4E8-40B9-9507-506BF029FB8D}" type="datetimeFigureOut">
              <a:rPr lang="ar-DZ" smtClean="0"/>
              <a:t>20-09-1447</a:t>
            </a:fld>
            <a:endParaRPr lang="ar-DZ"/>
          </a:p>
        </p:txBody>
      </p:sp>
      <p:sp>
        <p:nvSpPr>
          <p:cNvPr id="6" name="عنصر نائب للتذييل 5"/>
          <p:cNvSpPr>
            <a:spLocks noGrp="1"/>
          </p:cNvSpPr>
          <p:nvPr>
            <p:ph type="ftr" sz="quarter" idx="11"/>
          </p:nvPr>
        </p:nvSpPr>
        <p:spPr/>
        <p:txBody>
          <a:bodyPr/>
          <a:lstStyle/>
          <a:p>
            <a:endParaRPr lang="ar-DZ"/>
          </a:p>
        </p:txBody>
      </p:sp>
      <p:sp>
        <p:nvSpPr>
          <p:cNvPr id="7" name="عنصر نائب لرقم الشريحة 6"/>
          <p:cNvSpPr>
            <a:spLocks noGrp="1"/>
          </p:cNvSpPr>
          <p:nvPr>
            <p:ph type="sldNum" sz="quarter" idx="12"/>
          </p:nvPr>
        </p:nvSpPr>
        <p:spPr/>
        <p:txBody>
          <a:bodyPr/>
          <a:lstStyle/>
          <a:p>
            <a:fld id="{54354FE2-E330-4476-B3B7-674A8552EABA}" type="slidenum">
              <a:rPr lang="ar-DZ" smtClean="0"/>
              <a:t>‹#›</a:t>
            </a:fld>
            <a:endParaRPr lang="ar-DZ"/>
          </a:p>
        </p:txBody>
      </p:sp>
    </p:spTree>
    <p:extLst>
      <p:ext uri="{BB962C8B-B14F-4D97-AF65-F5344CB8AC3E}">
        <p14:creationId xmlns:p14="http://schemas.microsoft.com/office/powerpoint/2010/main" val="2711743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صورة ذو تسمية توضيحية">
    <p:spTree>
      <p:nvGrpSpPr>
        <p:cNvPr id="1" name=""/>
        <p:cNvGrpSpPr/>
        <p:nvPr/>
      </p:nvGrpSpPr>
      <p:grpSpPr>
        <a:xfrm>
          <a:off x="0" y="0"/>
          <a:ext cx="0" cy="0"/>
          <a:chOff x="0" y="0"/>
          <a:chExt cx="0" cy="0"/>
        </a:xfrm>
      </p:grpSpPr>
      <p:sp>
        <p:nvSpPr>
          <p:cNvPr id="2" name="عنوان 1"/>
          <p:cNvSpPr>
            <a:spLocks noGrp="1"/>
          </p:cNvSpPr>
          <p:nvPr>
            <p:ph type="title"/>
          </p:nvPr>
        </p:nvSpPr>
        <p:spPr>
          <a:xfrm>
            <a:off x="1792288" y="4800600"/>
            <a:ext cx="5486400" cy="566738"/>
          </a:xfrm>
        </p:spPr>
        <p:txBody>
          <a:bodyPr anchor="b"/>
          <a:lstStyle>
            <a:lvl1pPr algn="r">
              <a:defRPr sz="2000" b="1"/>
            </a:lvl1pPr>
          </a:lstStyle>
          <a:p>
            <a:r>
              <a:rPr lang="ar-SA" smtClean="0"/>
              <a:t>انقر لتحرير نمط العنوان الرئيسي</a:t>
            </a:r>
            <a:endParaRPr lang="ar-DZ"/>
          </a:p>
        </p:txBody>
      </p:sp>
      <p:sp>
        <p:nvSpPr>
          <p:cNvPr id="3" name="عنصر نائب للصورة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ar-DZ"/>
          </a:p>
        </p:txBody>
      </p:sp>
      <p:sp>
        <p:nvSpPr>
          <p:cNvPr id="4" name="عنصر نائب للنص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ar-SA" smtClean="0"/>
              <a:t>انقر لتحرير أنماط النص الرئيسي</a:t>
            </a:r>
          </a:p>
        </p:txBody>
      </p:sp>
      <p:sp>
        <p:nvSpPr>
          <p:cNvPr id="5" name="عنصر نائب للتاريخ 4"/>
          <p:cNvSpPr>
            <a:spLocks noGrp="1"/>
          </p:cNvSpPr>
          <p:nvPr>
            <p:ph type="dt" sz="half" idx="10"/>
          </p:nvPr>
        </p:nvSpPr>
        <p:spPr/>
        <p:txBody>
          <a:bodyPr/>
          <a:lstStyle/>
          <a:p>
            <a:fld id="{74388517-D4E8-40B9-9507-506BF029FB8D}" type="datetimeFigureOut">
              <a:rPr lang="ar-DZ" smtClean="0"/>
              <a:t>20-09-1447</a:t>
            </a:fld>
            <a:endParaRPr lang="ar-DZ"/>
          </a:p>
        </p:txBody>
      </p:sp>
      <p:sp>
        <p:nvSpPr>
          <p:cNvPr id="6" name="عنصر نائب للتذييل 5"/>
          <p:cNvSpPr>
            <a:spLocks noGrp="1"/>
          </p:cNvSpPr>
          <p:nvPr>
            <p:ph type="ftr" sz="quarter" idx="11"/>
          </p:nvPr>
        </p:nvSpPr>
        <p:spPr/>
        <p:txBody>
          <a:bodyPr/>
          <a:lstStyle/>
          <a:p>
            <a:endParaRPr lang="ar-DZ"/>
          </a:p>
        </p:txBody>
      </p:sp>
      <p:sp>
        <p:nvSpPr>
          <p:cNvPr id="7" name="عنصر نائب لرقم الشريحة 6"/>
          <p:cNvSpPr>
            <a:spLocks noGrp="1"/>
          </p:cNvSpPr>
          <p:nvPr>
            <p:ph type="sldNum" sz="quarter" idx="12"/>
          </p:nvPr>
        </p:nvSpPr>
        <p:spPr/>
        <p:txBody>
          <a:bodyPr/>
          <a:lstStyle/>
          <a:p>
            <a:fld id="{54354FE2-E330-4476-B3B7-674A8552EABA}" type="slidenum">
              <a:rPr lang="ar-DZ" smtClean="0"/>
              <a:t>‹#›</a:t>
            </a:fld>
            <a:endParaRPr lang="ar-DZ"/>
          </a:p>
        </p:txBody>
      </p:sp>
    </p:spTree>
    <p:extLst>
      <p:ext uri="{BB962C8B-B14F-4D97-AF65-F5344CB8AC3E}">
        <p14:creationId xmlns:p14="http://schemas.microsoft.com/office/powerpoint/2010/main" val="22694179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عنوان ونص عمودي">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ar-SA" smtClean="0"/>
              <a:t>انقر لتحرير نمط العنوان الرئيسي</a:t>
            </a:r>
            <a:endParaRPr lang="ar-DZ"/>
          </a:p>
        </p:txBody>
      </p:sp>
      <p:sp>
        <p:nvSpPr>
          <p:cNvPr id="3" name="عنصر نائب للعنوان العمودي 2"/>
          <p:cNvSpPr>
            <a:spLocks noGrp="1"/>
          </p:cNvSpPr>
          <p:nvPr>
            <p:ph type="body" orient="vert" idx="1"/>
          </p:nvPr>
        </p:nvSpPr>
        <p:spPr/>
        <p:txBody>
          <a:bodyPr vert="eaVert"/>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ar-DZ"/>
          </a:p>
        </p:txBody>
      </p:sp>
      <p:sp>
        <p:nvSpPr>
          <p:cNvPr id="4" name="عنصر نائب للتاريخ 3"/>
          <p:cNvSpPr>
            <a:spLocks noGrp="1"/>
          </p:cNvSpPr>
          <p:nvPr>
            <p:ph type="dt" sz="half" idx="10"/>
          </p:nvPr>
        </p:nvSpPr>
        <p:spPr/>
        <p:txBody>
          <a:bodyPr/>
          <a:lstStyle/>
          <a:p>
            <a:fld id="{74388517-D4E8-40B9-9507-506BF029FB8D}" type="datetimeFigureOut">
              <a:rPr lang="ar-DZ" smtClean="0"/>
              <a:t>20-09-1447</a:t>
            </a:fld>
            <a:endParaRPr lang="ar-DZ"/>
          </a:p>
        </p:txBody>
      </p:sp>
      <p:sp>
        <p:nvSpPr>
          <p:cNvPr id="5" name="عنصر نائب للتذييل 4"/>
          <p:cNvSpPr>
            <a:spLocks noGrp="1"/>
          </p:cNvSpPr>
          <p:nvPr>
            <p:ph type="ftr" sz="quarter" idx="11"/>
          </p:nvPr>
        </p:nvSpPr>
        <p:spPr/>
        <p:txBody>
          <a:bodyPr/>
          <a:lstStyle/>
          <a:p>
            <a:endParaRPr lang="ar-DZ"/>
          </a:p>
        </p:txBody>
      </p:sp>
      <p:sp>
        <p:nvSpPr>
          <p:cNvPr id="6" name="عنصر نائب لرقم الشريحة 5"/>
          <p:cNvSpPr>
            <a:spLocks noGrp="1"/>
          </p:cNvSpPr>
          <p:nvPr>
            <p:ph type="sldNum" sz="quarter" idx="12"/>
          </p:nvPr>
        </p:nvSpPr>
        <p:spPr/>
        <p:txBody>
          <a:bodyPr/>
          <a:lstStyle/>
          <a:p>
            <a:fld id="{54354FE2-E330-4476-B3B7-674A8552EABA}" type="slidenum">
              <a:rPr lang="ar-DZ" smtClean="0"/>
              <a:t>‹#›</a:t>
            </a:fld>
            <a:endParaRPr lang="ar-DZ"/>
          </a:p>
        </p:txBody>
      </p:sp>
    </p:spTree>
    <p:extLst>
      <p:ext uri="{BB962C8B-B14F-4D97-AF65-F5344CB8AC3E}">
        <p14:creationId xmlns:p14="http://schemas.microsoft.com/office/powerpoint/2010/main" val="35081095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عنوان ونص عموديان">
    <p:spTree>
      <p:nvGrpSpPr>
        <p:cNvPr id="1" name=""/>
        <p:cNvGrpSpPr/>
        <p:nvPr/>
      </p:nvGrpSpPr>
      <p:grpSpPr>
        <a:xfrm>
          <a:off x="0" y="0"/>
          <a:ext cx="0" cy="0"/>
          <a:chOff x="0" y="0"/>
          <a:chExt cx="0" cy="0"/>
        </a:xfrm>
      </p:grpSpPr>
      <p:sp>
        <p:nvSpPr>
          <p:cNvPr id="2" name="عنوان عمودي 1"/>
          <p:cNvSpPr>
            <a:spLocks noGrp="1"/>
          </p:cNvSpPr>
          <p:nvPr>
            <p:ph type="title" orient="vert"/>
          </p:nvPr>
        </p:nvSpPr>
        <p:spPr>
          <a:xfrm>
            <a:off x="6629400" y="274638"/>
            <a:ext cx="2057400" cy="5851525"/>
          </a:xfrm>
        </p:spPr>
        <p:txBody>
          <a:bodyPr vert="eaVert"/>
          <a:lstStyle/>
          <a:p>
            <a:r>
              <a:rPr lang="ar-SA" smtClean="0"/>
              <a:t>انقر لتحرير نمط العنوان الرئيسي</a:t>
            </a:r>
            <a:endParaRPr lang="ar-DZ"/>
          </a:p>
        </p:txBody>
      </p:sp>
      <p:sp>
        <p:nvSpPr>
          <p:cNvPr id="3" name="عنصر نائب للعنوان العمودي 2"/>
          <p:cNvSpPr>
            <a:spLocks noGrp="1"/>
          </p:cNvSpPr>
          <p:nvPr>
            <p:ph type="body" orient="vert" idx="1"/>
          </p:nvPr>
        </p:nvSpPr>
        <p:spPr>
          <a:xfrm>
            <a:off x="457200" y="274638"/>
            <a:ext cx="6019800" cy="5851525"/>
          </a:xfrm>
        </p:spPr>
        <p:txBody>
          <a:bodyPr vert="eaVert"/>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ar-DZ"/>
          </a:p>
        </p:txBody>
      </p:sp>
      <p:sp>
        <p:nvSpPr>
          <p:cNvPr id="4" name="عنصر نائب للتاريخ 3"/>
          <p:cNvSpPr>
            <a:spLocks noGrp="1"/>
          </p:cNvSpPr>
          <p:nvPr>
            <p:ph type="dt" sz="half" idx="10"/>
          </p:nvPr>
        </p:nvSpPr>
        <p:spPr/>
        <p:txBody>
          <a:bodyPr/>
          <a:lstStyle/>
          <a:p>
            <a:fld id="{74388517-D4E8-40B9-9507-506BF029FB8D}" type="datetimeFigureOut">
              <a:rPr lang="ar-DZ" smtClean="0"/>
              <a:t>20-09-1447</a:t>
            </a:fld>
            <a:endParaRPr lang="ar-DZ"/>
          </a:p>
        </p:txBody>
      </p:sp>
      <p:sp>
        <p:nvSpPr>
          <p:cNvPr id="5" name="عنصر نائب للتذييل 4"/>
          <p:cNvSpPr>
            <a:spLocks noGrp="1"/>
          </p:cNvSpPr>
          <p:nvPr>
            <p:ph type="ftr" sz="quarter" idx="11"/>
          </p:nvPr>
        </p:nvSpPr>
        <p:spPr/>
        <p:txBody>
          <a:bodyPr/>
          <a:lstStyle/>
          <a:p>
            <a:endParaRPr lang="ar-DZ"/>
          </a:p>
        </p:txBody>
      </p:sp>
      <p:sp>
        <p:nvSpPr>
          <p:cNvPr id="6" name="عنصر نائب لرقم الشريحة 5"/>
          <p:cNvSpPr>
            <a:spLocks noGrp="1"/>
          </p:cNvSpPr>
          <p:nvPr>
            <p:ph type="sldNum" sz="quarter" idx="12"/>
          </p:nvPr>
        </p:nvSpPr>
        <p:spPr/>
        <p:txBody>
          <a:bodyPr/>
          <a:lstStyle/>
          <a:p>
            <a:fld id="{54354FE2-E330-4476-B3B7-674A8552EABA}" type="slidenum">
              <a:rPr lang="ar-DZ" smtClean="0"/>
              <a:t>‹#›</a:t>
            </a:fld>
            <a:endParaRPr lang="ar-DZ"/>
          </a:p>
        </p:txBody>
      </p:sp>
    </p:spTree>
    <p:extLst>
      <p:ext uri="{BB962C8B-B14F-4D97-AF65-F5344CB8AC3E}">
        <p14:creationId xmlns:p14="http://schemas.microsoft.com/office/powerpoint/2010/main" val="28857239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عنصر نائب للعنوان 1"/>
          <p:cNvSpPr>
            <a:spLocks noGrp="1"/>
          </p:cNvSpPr>
          <p:nvPr>
            <p:ph type="title"/>
          </p:nvPr>
        </p:nvSpPr>
        <p:spPr>
          <a:xfrm>
            <a:off x="457200" y="274638"/>
            <a:ext cx="8229600" cy="1143000"/>
          </a:xfrm>
          <a:prstGeom prst="rect">
            <a:avLst/>
          </a:prstGeom>
        </p:spPr>
        <p:txBody>
          <a:bodyPr vert="horz" lIns="91440" tIns="45720" rIns="91440" bIns="45720" rtlCol="1" anchor="ctr">
            <a:normAutofit/>
          </a:bodyPr>
          <a:lstStyle/>
          <a:p>
            <a:r>
              <a:rPr lang="ar-SA" smtClean="0"/>
              <a:t>انقر لتحرير نمط العنوان الرئيسي</a:t>
            </a:r>
            <a:endParaRPr lang="ar-DZ"/>
          </a:p>
        </p:txBody>
      </p:sp>
      <p:sp>
        <p:nvSpPr>
          <p:cNvPr id="3" name="عنصر نائب للنص 2"/>
          <p:cNvSpPr>
            <a:spLocks noGrp="1"/>
          </p:cNvSpPr>
          <p:nvPr>
            <p:ph type="body" idx="1"/>
          </p:nvPr>
        </p:nvSpPr>
        <p:spPr>
          <a:xfrm>
            <a:off x="457200" y="1600200"/>
            <a:ext cx="8229600" cy="4525963"/>
          </a:xfrm>
          <a:prstGeom prst="rect">
            <a:avLst/>
          </a:prstGeom>
        </p:spPr>
        <p:txBody>
          <a:bodyPr vert="horz" lIns="91440" tIns="45720" rIns="91440" bIns="45720" rtlCol="1">
            <a:normAutofit/>
          </a:body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ar-DZ"/>
          </a:p>
        </p:txBody>
      </p:sp>
      <p:sp>
        <p:nvSpPr>
          <p:cNvPr id="4" name="عنصر نائب للتاريخ 3"/>
          <p:cNvSpPr>
            <a:spLocks noGrp="1"/>
          </p:cNvSpPr>
          <p:nvPr>
            <p:ph type="dt" sz="half" idx="2"/>
          </p:nvPr>
        </p:nvSpPr>
        <p:spPr>
          <a:xfrm>
            <a:off x="6553200" y="6356350"/>
            <a:ext cx="21336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74388517-D4E8-40B9-9507-506BF029FB8D}" type="datetimeFigureOut">
              <a:rPr lang="ar-DZ" smtClean="0"/>
              <a:t>20-09-1447</a:t>
            </a:fld>
            <a:endParaRPr lang="ar-DZ"/>
          </a:p>
        </p:txBody>
      </p:sp>
      <p:sp>
        <p:nvSpPr>
          <p:cNvPr id="5" name="عنصر نائب للتذييل 4"/>
          <p:cNvSpPr>
            <a:spLocks noGrp="1"/>
          </p:cNvSpPr>
          <p:nvPr>
            <p:ph type="ftr" sz="quarter" idx="3"/>
          </p:nvPr>
        </p:nvSpPr>
        <p:spPr>
          <a:xfrm>
            <a:off x="3124200" y="6356350"/>
            <a:ext cx="28956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ar-DZ"/>
          </a:p>
        </p:txBody>
      </p:sp>
      <p:sp>
        <p:nvSpPr>
          <p:cNvPr id="6" name="عنصر نائب لرقم الشريحة 5"/>
          <p:cNvSpPr>
            <a:spLocks noGrp="1"/>
          </p:cNvSpPr>
          <p:nvPr>
            <p:ph type="sldNum" sz="quarter" idx="4"/>
          </p:nvPr>
        </p:nvSpPr>
        <p:spPr>
          <a:xfrm>
            <a:off x="457200" y="6356350"/>
            <a:ext cx="21336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54354FE2-E330-4476-B3B7-674A8552EABA}" type="slidenum">
              <a:rPr lang="ar-DZ" smtClean="0"/>
              <a:t>‹#›</a:t>
            </a:fld>
            <a:endParaRPr lang="ar-DZ"/>
          </a:p>
        </p:txBody>
      </p:sp>
    </p:spTree>
    <p:extLst>
      <p:ext uri="{BB962C8B-B14F-4D97-AF65-F5344CB8AC3E}">
        <p14:creationId xmlns:p14="http://schemas.microsoft.com/office/powerpoint/2010/main" val="23343254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1" eaLnBrk="1" latinLnBrk="0" hangingPunct="1">
        <a:spcBef>
          <a:spcPct val="0"/>
        </a:spcBef>
        <a:buNone/>
        <a:defRPr sz="4400" kern="1200">
          <a:solidFill>
            <a:schemeClr val="tx1"/>
          </a:solidFill>
          <a:latin typeface="+mj-lt"/>
          <a:ea typeface="+mj-ea"/>
          <a:cs typeface="+mj-cs"/>
        </a:defRPr>
      </a:lvl1pPr>
    </p:titleStyle>
    <p:bodyStyle>
      <a:lvl1pPr marL="342900" indent="-342900" algn="r" defTabSz="914400" rtl="1"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r" defTabSz="914400" rtl="1"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r" defTabSz="914400" rtl="1"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ar-DZ"/>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ctrTitle"/>
          </p:nvPr>
        </p:nvSpPr>
        <p:spPr>
          <a:xfrm>
            <a:off x="0" y="1"/>
            <a:ext cx="9144000" cy="620687"/>
          </a:xfrm>
          <a:solidFill>
            <a:schemeClr val="bg1">
              <a:lumMod val="85000"/>
            </a:schemeClr>
          </a:solidFill>
          <a:scene3d>
            <a:camera prst="orthographicFront"/>
            <a:lightRig rig="threePt" dir="t"/>
          </a:scene3d>
          <a:sp3d>
            <a:bevelT w="165100" prst="coolSlant"/>
          </a:sp3d>
        </p:spPr>
        <p:txBody>
          <a:bodyPr>
            <a:normAutofit fontScale="90000"/>
          </a:bodyPr>
          <a:lstStyle/>
          <a:p>
            <a:r>
              <a:rPr lang="en-US" dirty="0" smtClean="0"/>
              <a:t>Introduction in time series</a:t>
            </a:r>
            <a:endParaRPr lang="ar-DZ" dirty="0"/>
          </a:p>
        </p:txBody>
      </p:sp>
      <p:sp>
        <p:nvSpPr>
          <p:cNvPr id="3" name="عنوان فرعي 2"/>
          <p:cNvSpPr>
            <a:spLocks noGrp="1"/>
          </p:cNvSpPr>
          <p:nvPr>
            <p:ph type="subTitle" idx="1"/>
          </p:nvPr>
        </p:nvSpPr>
        <p:spPr>
          <a:xfrm>
            <a:off x="107504" y="764704"/>
            <a:ext cx="8928992" cy="5976664"/>
          </a:xfrm>
        </p:spPr>
        <p:txBody>
          <a:bodyPr>
            <a:normAutofit fontScale="92500"/>
          </a:bodyPr>
          <a:lstStyle/>
          <a:p>
            <a:pPr lvl="0" algn="l" rtl="0" eaLnBrk="0" fontAlgn="base" hangingPunct="0">
              <a:spcBef>
                <a:spcPct val="0"/>
              </a:spcBef>
              <a:spcAft>
                <a:spcPct val="0"/>
              </a:spcAft>
            </a:pPr>
            <a:r>
              <a:rPr kumimoji="0" lang="en-US" altLang="en-US" b="1" i="0" u="none" strike="noStrike" cap="none" normalizeH="0" baseline="0" dirty="0" smtClean="0">
                <a:ln>
                  <a:noFill/>
                </a:ln>
                <a:solidFill>
                  <a:schemeClr val="tx1"/>
                </a:solidFill>
                <a:effectLst/>
                <a:latin typeface="Arial" panose="020B0604020202020204" pitchFamily="34" charset="0"/>
              </a:rPr>
              <a:t>Definition :</a:t>
            </a:r>
          </a:p>
          <a:p>
            <a:pPr lvl="0" algn="l" rtl="0" eaLnBrk="0" fontAlgn="base" hangingPunct="0">
              <a:spcBef>
                <a:spcPct val="0"/>
              </a:spcBef>
              <a:spcAft>
                <a:spcPct val="0"/>
              </a:spcAft>
            </a:pPr>
            <a:r>
              <a:rPr lang="en-US" b="0" i="0" dirty="0" smtClean="0">
                <a:solidFill>
                  <a:schemeClr val="tx1"/>
                </a:solidFill>
                <a:effectLst/>
                <a:latin typeface="fkGroteskNeue"/>
              </a:rPr>
              <a:t>A time series is a sequence of data points collected or recorded at successive time intervals, often at regular intervals like daily, monthly, or yearly. These data points are ordered chronologically, making time a critical variable in the analysis. </a:t>
            </a:r>
          </a:p>
          <a:p>
            <a:pPr lvl="0" algn="l" rtl="0" eaLnBrk="0" fontAlgn="base" hangingPunct="0">
              <a:spcBef>
                <a:spcPct val="0"/>
              </a:spcBef>
              <a:spcAft>
                <a:spcPct val="0"/>
              </a:spcAft>
            </a:pPr>
            <a:r>
              <a:rPr lang="en-US" b="0" i="0" dirty="0" smtClean="0">
                <a:solidFill>
                  <a:schemeClr val="tx1"/>
                </a:solidFill>
                <a:effectLst/>
                <a:latin typeface="fkGroteskNeue"/>
              </a:rPr>
              <a:t>Time series data can represent various types, such as: </a:t>
            </a:r>
            <a:r>
              <a:rPr lang="en-US" b="1" i="0" dirty="0" smtClean="0">
                <a:solidFill>
                  <a:schemeClr val="tx1"/>
                </a:solidFill>
                <a:effectLst/>
                <a:latin typeface="fkGroteskNeue"/>
              </a:rPr>
              <a:t>stock prices</a:t>
            </a:r>
            <a:r>
              <a:rPr lang="en-US" b="0" i="0" dirty="0" smtClean="0">
                <a:solidFill>
                  <a:schemeClr val="tx1"/>
                </a:solidFill>
                <a:effectLst/>
                <a:latin typeface="fkGroteskNeue"/>
              </a:rPr>
              <a:t>, </a:t>
            </a:r>
            <a:r>
              <a:rPr lang="en-US" b="1" i="0" dirty="0" smtClean="0">
                <a:solidFill>
                  <a:schemeClr val="tx1"/>
                </a:solidFill>
                <a:effectLst/>
                <a:latin typeface="fkGroteskNeue"/>
              </a:rPr>
              <a:t>weather patterns</a:t>
            </a:r>
            <a:r>
              <a:rPr lang="en-US" b="0" i="0" dirty="0" smtClean="0">
                <a:solidFill>
                  <a:schemeClr val="tx1"/>
                </a:solidFill>
                <a:effectLst/>
                <a:latin typeface="fkGroteskNeue"/>
              </a:rPr>
              <a:t>, </a:t>
            </a:r>
            <a:r>
              <a:rPr lang="en-US" b="1" i="0" dirty="0" smtClean="0">
                <a:solidFill>
                  <a:schemeClr val="tx1"/>
                </a:solidFill>
                <a:effectLst/>
                <a:latin typeface="fkGroteskNeue"/>
              </a:rPr>
              <a:t>sales figures</a:t>
            </a:r>
            <a:r>
              <a:rPr lang="en-US" b="0" i="0" dirty="0" smtClean="0">
                <a:solidFill>
                  <a:schemeClr val="tx1"/>
                </a:solidFill>
                <a:effectLst/>
                <a:latin typeface="fkGroteskNeue"/>
              </a:rPr>
              <a:t>, or </a:t>
            </a:r>
            <a:r>
              <a:rPr lang="en-US" b="1" i="0" dirty="0" smtClean="0">
                <a:solidFill>
                  <a:schemeClr val="tx1"/>
                </a:solidFill>
                <a:effectLst/>
                <a:latin typeface="fkGroteskNeue"/>
              </a:rPr>
              <a:t>heart rate measurements</a:t>
            </a:r>
            <a:endParaRPr kumimoji="0" lang="en-US" altLang="en-US" b="1" i="0" u="none" strike="noStrike" cap="none" normalizeH="0" baseline="0" dirty="0" smtClean="0">
              <a:ln>
                <a:noFill/>
              </a:ln>
              <a:solidFill>
                <a:schemeClr val="tx1"/>
              </a:solidFill>
              <a:effectLst/>
              <a:latin typeface="Arial" panose="020B0604020202020204" pitchFamily="34" charset="0"/>
            </a:endParaRPr>
          </a:p>
          <a:p>
            <a:pPr lvl="0" algn="l" rtl="0" eaLnBrk="0" fontAlgn="base" hangingPunct="0">
              <a:spcBef>
                <a:spcPct val="0"/>
              </a:spcBef>
              <a:spcAft>
                <a:spcPct val="0"/>
              </a:spcAft>
              <a:buFontTx/>
              <a:buChar char="•"/>
            </a:pPr>
            <a:r>
              <a:rPr kumimoji="0" lang="en-US" altLang="en-US" b="1" i="0" u="none" strike="noStrike" cap="none" normalizeH="0" baseline="0" dirty="0" smtClean="0">
                <a:ln>
                  <a:noFill/>
                </a:ln>
                <a:solidFill>
                  <a:schemeClr val="tx1"/>
                </a:solidFill>
                <a:effectLst/>
                <a:latin typeface="Arial" panose="020B0604020202020204" pitchFamily="34" charset="0"/>
              </a:rPr>
              <a:t>Examples of Time Series Data</a:t>
            </a:r>
            <a:r>
              <a:rPr kumimoji="0" lang="en-US" altLang="en-US" b="0" i="0" u="none" strike="noStrike" cap="none" normalizeH="0" baseline="0" dirty="0" smtClean="0">
                <a:ln>
                  <a:noFill/>
                </a:ln>
                <a:solidFill>
                  <a:schemeClr val="tx1"/>
                </a:solidFill>
                <a:effectLst/>
                <a:latin typeface="Arial" panose="020B0604020202020204" pitchFamily="34" charset="0"/>
              </a:rPr>
              <a:t>:</a:t>
            </a:r>
          </a:p>
          <a:p>
            <a:r>
              <a:rPr lang="en-US" b="0" i="0" dirty="0" smtClean="0">
                <a:solidFill>
                  <a:schemeClr val="tx1"/>
                </a:solidFill>
                <a:effectLst/>
                <a:latin typeface="var(--font-fk-grotesk)"/>
              </a:rPr>
              <a:t>1. Stock Prices</a:t>
            </a:r>
          </a:p>
          <a:p>
            <a:r>
              <a:rPr lang="en-US" dirty="0" smtClean="0">
                <a:solidFill>
                  <a:schemeClr val="tx1"/>
                </a:solidFill>
                <a:latin typeface="var(--font-fk-grotesk)"/>
              </a:rPr>
              <a:t>  2.Wheather Data</a:t>
            </a:r>
          </a:p>
          <a:p>
            <a:pPr algn="l" rtl="0"/>
            <a:endParaRPr lang="ar-DZ" dirty="0"/>
          </a:p>
        </p:txBody>
      </p:sp>
    </p:spTree>
    <p:extLst>
      <p:ext uri="{BB962C8B-B14F-4D97-AF65-F5344CB8AC3E}">
        <p14:creationId xmlns:p14="http://schemas.microsoft.com/office/powerpoint/2010/main" val="8047162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ABB08AE-34F8-E3AE-DE09-FB31325946CE}"/>
              </a:ext>
            </a:extLst>
          </p:cNvPr>
          <p:cNvSpPr>
            <a:spLocks noGrp="1"/>
          </p:cNvSpPr>
          <p:nvPr>
            <p:ph type="title"/>
          </p:nvPr>
        </p:nvSpPr>
        <p:spPr>
          <a:xfrm>
            <a:off x="8911" y="16357"/>
            <a:ext cx="9144000" cy="674440"/>
          </a:xfrm>
          <a:solidFill>
            <a:schemeClr val="bg1">
              <a:lumMod val="85000"/>
            </a:schemeClr>
          </a:solidFill>
          <a:scene3d>
            <a:camera prst="orthographicFront"/>
            <a:lightRig rig="threePt" dir="t"/>
          </a:scene3d>
          <a:sp3d>
            <a:bevelT w="165100" prst="coolSlant"/>
          </a:sp3d>
        </p:spPr>
        <p:txBody>
          <a:bodyPr>
            <a:normAutofit fontScale="90000"/>
          </a:bodyPr>
          <a:lstStyle/>
          <a:p>
            <a:pPr rtl="0"/>
            <a:r>
              <a:rPr lang="en-US" b="1" dirty="0" smtClean="0"/>
              <a:t>Trend </a:t>
            </a:r>
            <a:r>
              <a:rPr lang="en-US" altLang="en-US" b="1" dirty="0" smtClean="0">
                <a:latin typeface="Arial" panose="020B0604020202020204" pitchFamily="34" charset="0"/>
              </a:rPr>
              <a:t>Component</a:t>
            </a:r>
            <a:endParaRPr lang="en-US" dirty="0"/>
          </a:p>
        </p:txBody>
      </p:sp>
      <p:sp>
        <p:nvSpPr>
          <p:cNvPr id="3" name="Content Placeholder 2">
            <a:extLst>
              <a:ext uri="{FF2B5EF4-FFF2-40B4-BE49-F238E27FC236}">
                <a16:creationId xmlns="" xmlns:a16="http://schemas.microsoft.com/office/drawing/2014/main" id="{5EDF0713-EDE4-7012-2530-E6BBAA92BE7E}"/>
              </a:ext>
            </a:extLst>
          </p:cNvPr>
          <p:cNvSpPr>
            <a:spLocks noGrp="1"/>
          </p:cNvSpPr>
          <p:nvPr>
            <p:ph idx="1"/>
          </p:nvPr>
        </p:nvSpPr>
        <p:spPr>
          <a:xfrm>
            <a:off x="107156" y="1128713"/>
            <a:ext cx="8958263" cy="5711032"/>
          </a:xfrm>
        </p:spPr>
        <p:txBody>
          <a:bodyPr/>
          <a:lstStyle/>
          <a:p>
            <a:pPr algn="l" rtl="0"/>
            <a:r>
              <a:rPr lang="en-US" b="1" dirty="0"/>
              <a:t>Trend</a:t>
            </a:r>
            <a:r>
              <a:rPr lang="en-US" dirty="0"/>
              <a:t>: Represents the long-term movement in a time series, showing an overall increase or decrease over time. It can be linear or nonlinear and is often influenced by economic growth, technological advancements, or demographic changes.</a:t>
            </a:r>
          </a:p>
          <a:p>
            <a:endParaRPr lang="en-US" dirty="0"/>
          </a:p>
        </p:txBody>
      </p:sp>
      <p:pic>
        <p:nvPicPr>
          <p:cNvPr id="4" name="Picture 2" descr="David Andrés 🤖📈🐍 on X: &quot;In time series analysis, the ...">
            <a:extLst>
              <a:ext uri="{FF2B5EF4-FFF2-40B4-BE49-F238E27FC236}">
                <a16:creationId xmlns="" xmlns:a16="http://schemas.microsoft.com/office/drawing/2014/main" id="{ED6B4266-6870-CAB4-716A-EAD75F361B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4221088"/>
            <a:ext cx="8496944" cy="25517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53595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FC8BBDC-796C-6606-8A42-BCC3DF192F12}"/>
              </a:ext>
            </a:extLst>
          </p:cNvPr>
          <p:cNvSpPr>
            <a:spLocks noGrp="1"/>
          </p:cNvSpPr>
          <p:nvPr>
            <p:ph type="title"/>
          </p:nvPr>
        </p:nvSpPr>
        <p:spPr>
          <a:xfrm>
            <a:off x="92869" y="107951"/>
            <a:ext cx="8918972" cy="573086"/>
          </a:xfrm>
        </p:spPr>
        <p:txBody>
          <a:bodyPr>
            <a:normAutofit fontScale="90000"/>
          </a:bodyPr>
          <a:lstStyle/>
          <a:p>
            <a:r>
              <a:rPr kumimoji="0" lang="en-US" altLang="en-US" sz="4400" b="0" i="0" u="none" strike="noStrike" cap="none" normalizeH="0" baseline="0" dirty="0" smtClean="0">
                <a:ln>
                  <a:noFill/>
                </a:ln>
                <a:solidFill>
                  <a:schemeClr val="tx1"/>
                </a:solidFill>
                <a:effectLst/>
                <a:latin typeface="Arial" panose="020B0604020202020204" pitchFamily="34" charset="0"/>
              </a:rPr>
              <a:t>Seasonality </a:t>
            </a:r>
            <a:r>
              <a:rPr lang="en-US" altLang="en-US" b="1" dirty="0" smtClean="0">
                <a:latin typeface="Arial" panose="020B0604020202020204" pitchFamily="34" charset="0"/>
              </a:rPr>
              <a:t>Component</a:t>
            </a:r>
            <a:endParaRPr lang="en-US" dirty="0"/>
          </a:p>
        </p:txBody>
      </p:sp>
      <p:sp>
        <p:nvSpPr>
          <p:cNvPr id="3" name="Content Placeholder 2">
            <a:extLst>
              <a:ext uri="{FF2B5EF4-FFF2-40B4-BE49-F238E27FC236}">
                <a16:creationId xmlns="" xmlns:a16="http://schemas.microsoft.com/office/drawing/2014/main" id="{95D5E6B6-690B-1C10-6037-06461951D3D0}"/>
              </a:ext>
            </a:extLst>
          </p:cNvPr>
          <p:cNvSpPr>
            <a:spLocks noGrp="1"/>
          </p:cNvSpPr>
          <p:nvPr>
            <p:ph idx="1"/>
          </p:nvPr>
        </p:nvSpPr>
        <p:spPr>
          <a:xfrm>
            <a:off x="151805" y="828675"/>
            <a:ext cx="8840390" cy="5921374"/>
          </a:xfrm>
        </p:spPr>
        <p:txBody>
          <a:bodyPr/>
          <a:lstStyle/>
          <a:p>
            <a:r>
              <a:rPr lang="en-US" b="1" dirty="0"/>
              <a:t>Seasonality</a:t>
            </a:r>
            <a:r>
              <a:rPr lang="en-US" dirty="0"/>
              <a:t>: Refers to periodic fluctuations occurring at regular intervals (e.g., daily, monthly, or annually). These variations are caused by factors such as climate, holidays, or business cycles. For example, retail sales often peak during the holiday season.</a:t>
            </a:r>
            <a:endParaRPr lang="en-US" altLang="en-US" dirty="0">
              <a:latin typeface="Arial" panose="020B0604020202020204" pitchFamily="34" charset="0"/>
            </a:endParaRPr>
          </a:p>
          <a:p>
            <a:endParaRPr lang="en-US" altLang="en-US" dirty="0">
              <a:latin typeface="Arial" panose="020B0604020202020204" pitchFamily="34" charset="0"/>
            </a:endParaRPr>
          </a:p>
          <a:p>
            <a:endParaRPr lang="en-US" altLang="en-US" dirty="0">
              <a:latin typeface="Arial" panose="020B0604020202020204" pitchFamily="34" charset="0"/>
            </a:endParaRPr>
          </a:p>
          <a:p>
            <a:endParaRPr lang="en-US" altLang="en-US" dirty="0">
              <a:latin typeface="Arial" panose="020B0604020202020204" pitchFamily="34" charset="0"/>
            </a:endParaRPr>
          </a:p>
          <a:p>
            <a:endParaRPr kumimoji="0" lang="en-US" altLang="en-US" sz="2800" b="0" i="0" u="none" strike="noStrike" cap="none" normalizeH="0" baseline="0" dirty="0">
              <a:ln>
                <a:noFill/>
              </a:ln>
              <a:solidFill>
                <a:schemeClr val="tx1"/>
              </a:solidFill>
              <a:effectLst/>
              <a:latin typeface="Arial" panose="020B0604020202020204" pitchFamily="34" charset="0"/>
            </a:endParaRPr>
          </a:p>
          <a:p>
            <a:endParaRPr lang="en-US" altLang="en-US" dirty="0">
              <a:latin typeface="Arial" panose="020B0604020202020204" pitchFamily="34" charset="0"/>
            </a:endParaRPr>
          </a:p>
          <a:p>
            <a:pPr marL="0" indent="0">
              <a:buNone/>
            </a:pPr>
            <a:endParaRPr kumimoji="0" lang="en-US" altLang="en-US" sz="2800" b="0" i="0" u="none" strike="noStrike" cap="none" normalizeH="0" baseline="0" dirty="0">
              <a:ln>
                <a:noFill/>
              </a:ln>
              <a:solidFill>
                <a:schemeClr val="tx1"/>
              </a:solidFill>
              <a:effectLst/>
              <a:latin typeface="Arial" panose="020B0604020202020204" pitchFamily="34" charset="0"/>
            </a:endParaRPr>
          </a:p>
          <a:p>
            <a:endParaRPr lang="en-US" dirty="0"/>
          </a:p>
        </p:txBody>
      </p:sp>
      <p:pic>
        <p:nvPicPr>
          <p:cNvPr id="10242" name="Picture 2" descr="Seasonality in Time Series Data">
            <a:extLst>
              <a:ext uri="{FF2B5EF4-FFF2-40B4-BE49-F238E27FC236}">
                <a16:creationId xmlns="" xmlns:a16="http://schemas.microsoft.com/office/drawing/2014/main" id="{2C2A2AEC-9134-3D19-368F-5CA9C49CDD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2919" y="2428875"/>
            <a:ext cx="8283178" cy="44882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2683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9884893-87E5-0967-CA0A-45650C61C9A6}"/>
              </a:ext>
            </a:extLst>
          </p:cNvPr>
          <p:cNvSpPr>
            <a:spLocks noGrp="1"/>
          </p:cNvSpPr>
          <p:nvPr>
            <p:ph type="title"/>
          </p:nvPr>
        </p:nvSpPr>
        <p:spPr>
          <a:xfrm>
            <a:off x="0" y="18256"/>
            <a:ext cx="9144000" cy="810420"/>
          </a:xfrm>
        </p:spPr>
        <p:txBody>
          <a:bodyPr/>
          <a:lstStyle/>
          <a:p>
            <a:r>
              <a:rPr lang="en-US" b="1" dirty="0"/>
              <a:t>Cyclical </a:t>
            </a:r>
            <a:r>
              <a:rPr lang="en-US" altLang="en-US" b="1" dirty="0" smtClean="0">
                <a:latin typeface="Arial" panose="020B0604020202020204" pitchFamily="34" charset="0"/>
              </a:rPr>
              <a:t>Component</a:t>
            </a:r>
            <a:endParaRPr lang="en-US" dirty="0"/>
          </a:p>
        </p:txBody>
      </p:sp>
      <p:sp>
        <p:nvSpPr>
          <p:cNvPr id="3" name="Content Placeholder 2">
            <a:extLst>
              <a:ext uri="{FF2B5EF4-FFF2-40B4-BE49-F238E27FC236}">
                <a16:creationId xmlns="" xmlns:a16="http://schemas.microsoft.com/office/drawing/2014/main" id="{BA333BA8-1479-6FD5-841C-5109549D7154}"/>
              </a:ext>
            </a:extLst>
          </p:cNvPr>
          <p:cNvSpPr>
            <a:spLocks noGrp="1"/>
          </p:cNvSpPr>
          <p:nvPr>
            <p:ph idx="1"/>
          </p:nvPr>
        </p:nvSpPr>
        <p:spPr>
          <a:xfrm>
            <a:off x="-1" y="828676"/>
            <a:ext cx="8829675" cy="6011068"/>
          </a:xfrm>
        </p:spPr>
        <p:txBody>
          <a:bodyPr/>
          <a:lstStyle/>
          <a:p>
            <a:r>
              <a:rPr lang="en-US" b="1" dirty="0"/>
              <a:t>Cyclical Movements</a:t>
            </a:r>
            <a:r>
              <a:rPr lang="en-US" dirty="0"/>
              <a:t>: Represent fluctuations that occur over a longer period, typically beyond a year, due to macroeconomic conditions such as business cycles. Unlike seasonality, cyclic patterns do not have a fixed period and are influenced by economic expansions and recessions.</a:t>
            </a:r>
          </a:p>
          <a:p>
            <a:endParaRPr lang="en-US" dirty="0"/>
          </a:p>
        </p:txBody>
      </p:sp>
      <p:pic>
        <p:nvPicPr>
          <p:cNvPr id="9222" name="Picture 6" descr="Data Science Simplified: Components of Time Series: A ...">
            <a:extLst>
              <a:ext uri="{FF2B5EF4-FFF2-40B4-BE49-F238E27FC236}">
                <a16:creationId xmlns="" xmlns:a16="http://schemas.microsoft.com/office/drawing/2014/main" id="{D1366B43-7774-9690-49DC-13D4608C96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3597" y="2500314"/>
            <a:ext cx="8626077" cy="40786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21563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984C24E-F33D-2073-64C8-A77750D70483}"/>
              </a:ext>
            </a:extLst>
          </p:cNvPr>
          <p:cNvSpPr>
            <a:spLocks noGrp="1"/>
          </p:cNvSpPr>
          <p:nvPr>
            <p:ph type="title"/>
          </p:nvPr>
        </p:nvSpPr>
        <p:spPr>
          <a:xfrm>
            <a:off x="167878" y="122239"/>
            <a:ext cx="8726090" cy="558799"/>
          </a:xfrm>
        </p:spPr>
        <p:txBody>
          <a:bodyPr>
            <a:normAutofit fontScale="90000"/>
          </a:bodyPr>
          <a:lstStyle/>
          <a:p>
            <a:r>
              <a:rPr kumimoji="0" lang="en-US" altLang="en-US" sz="4400" b="0" i="0" u="none" strike="noStrike" cap="none" normalizeH="0" baseline="0" dirty="0">
                <a:ln>
                  <a:noFill/>
                </a:ln>
                <a:solidFill>
                  <a:schemeClr val="tx1"/>
                </a:solidFill>
                <a:effectLst/>
                <a:latin typeface="Arial" panose="020B0604020202020204" pitchFamily="34" charset="0"/>
              </a:rPr>
              <a:t>Irregular </a:t>
            </a:r>
            <a:r>
              <a:rPr lang="en-US" altLang="en-US" b="1" dirty="0" smtClean="0">
                <a:latin typeface="Arial" panose="020B0604020202020204" pitchFamily="34" charset="0"/>
              </a:rPr>
              <a:t>Component</a:t>
            </a:r>
            <a:endParaRPr lang="en-US" dirty="0"/>
          </a:p>
        </p:txBody>
      </p:sp>
      <p:sp>
        <p:nvSpPr>
          <p:cNvPr id="3" name="Content Placeholder 2">
            <a:extLst>
              <a:ext uri="{FF2B5EF4-FFF2-40B4-BE49-F238E27FC236}">
                <a16:creationId xmlns="" xmlns:a16="http://schemas.microsoft.com/office/drawing/2014/main" id="{1C886974-A7A0-3F38-7D83-EF08A2F765A6}"/>
              </a:ext>
            </a:extLst>
          </p:cNvPr>
          <p:cNvSpPr>
            <a:spLocks noGrp="1"/>
          </p:cNvSpPr>
          <p:nvPr>
            <p:ph idx="1"/>
          </p:nvPr>
        </p:nvSpPr>
        <p:spPr>
          <a:xfrm>
            <a:off x="85726" y="942975"/>
            <a:ext cx="8936831" cy="5792787"/>
          </a:xfrm>
        </p:spPr>
        <p:txBody>
          <a:bodyPr/>
          <a:lstStyle/>
          <a:p>
            <a:r>
              <a:rPr lang="en-US" b="1" dirty="0"/>
              <a:t>Irregular Variations</a:t>
            </a:r>
            <a:r>
              <a:rPr lang="en-US" dirty="0"/>
              <a:t>: Also known as random or residual variations, these are unpredictable changes caused by unforeseen events such as natural disasters, political instability, or sudden economic shocks. They do not follow any identifiable pattern and can distort trend, seasonal, or cyclical components.</a:t>
            </a:r>
            <a:endParaRPr lang="ar-DZ" dirty="0"/>
          </a:p>
          <a:p>
            <a:endParaRPr lang="ar-DZ" dirty="0"/>
          </a:p>
          <a:p>
            <a:endParaRPr lang="en-US" dirty="0"/>
          </a:p>
        </p:txBody>
      </p:sp>
      <p:pic>
        <p:nvPicPr>
          <p:cNvPr id="4" name="Picture 4" descr="Time Series Pattern-Basics">
            <a:extLst>
              <a:ext uri="{FF2B5EF4-FFF2-40B4-BE49-F238E27FC236}">
                <a16:creationId xmlns="" xmlns:a16="http://schemas.microsoft.com/office/drawing/2014/main" id="{4E802CFA-FCB5-00BA-B0E3-359F8E0C94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166" y="2771776"/>
            <a:ext cx="8829675" cy="4286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50364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Using decomposition to improve time series prediction ...">
            <a:extLst>
              <a:ext uri="{FF2B5EF4-FFF2-40B4-BE49-F238E27FC236}">
                <a16:creationId xmlns="" xmlns:a16="http://schemas.microsoft.com/office/drawing/2014/main" id="{39077E6C-AE95-91AB-B7A9-AD00268CE58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 y="1"/>
            <a:ext cx="8972550" cy="67500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8768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854A477-18C6-25E7-5E3A-F0B5AAA0CA27}"/>
              </a:ext>
            </a:extLst>
          </p:cNvPr>
          <p:cNvSpPr>
            <a:spLocks noGrp="1"/>
          </p:cNvSpPr>
          <p:nvPr>
            <p:ph type="title"/>
          </p:nvPr>
        </p:nvSpPr>
        <p:spPr>
          <a:xfrm>
            <a:off x="82153" y="18256"/>
            <a:ext cx="9061847" cy="738982"/>
          </a:xfrm>
          <a:solidFill>
            <a:schemeClr val="bg1">
              <a:lumMod val="85000"/>
            </a:schemeClr>
          </a:solidFill>
          <a:scene3d>
            <a:camera prst="orthographicFront"/>
            <a:lightRig rig="threePt" dir="t"/>
          </a:scene3d>
          <a:sp3d>
            <a:bevelT w="165100" prst="coolSlant"/>
          </a:sp3d>
        </p:spPr>
        <p:txBody>
          <a:bodyPr>
            <a:normAutofit fontScale="90000"/>
          </a:bodyPr>
          <a:lstStyle/>
          <a:p>
            <a:pPr algn="ctr"/>
            <a:r>
              <a:rPr lang="en-US" b="1" dirty="0"/>
              <a:t/>
            </a:r>
            <a:br>
              <a:rPr lang="en-US" b="1" dirty="0"/>
            </a:br>
            <a:r>
              <a:rPr lang="en-US" b="1" dirty="0"/>
              <a:t>Tests Applied on Time series</a:t>
            </a:r>
            <a:br>
              <a:rPr lang="en-US" b="1" dirty="0"/>
            </a:br>
            <a:endParaRPr lang="en-US" b="1" dirty="0"/>
          </a:p>
        </p:txBody>
      </p:sp>
      <p:sp>
        <p:nvSpPr>
          <p:cNvPr id="5" name="Title 1">
            <a:extLst>
              <a:ext uri="{FF2B5EF4-FFF2-40B4-BE49-F238E27FC236}">
                <a16:creationId xmlns="" xmlns:a16="http://schemas.microsoft.com/office/drawing/2014/main" id="{04860ADB-358E-6F51-3CF7-422A05DEC45B}"/>
              </a:ext>
            </a:extLst>
          </p:cNvPr>
          <p:cNvSpPr txBox="1">
            <a:spLocks/>
          </p:cNvSpPr>
          <p:nvPr/>
        </p:nvSpPr>
        <p:spPr>
          <a:xfrm>
            <a:off x="0" y="1630761"/>
            <a:ext cx="9061847" cy="738982"/>
          </a:xfrm>
          <a:prstGeom prst="rect">
            <a:avLst/>
          </a:prstGeom>
          <a:solidFill>
            <a:schemeClr val="accent1">
              <a:lumMod val="40000"/>
              <a:lumOff val="60000"/>
            </a:schemeClr>
          </a:solidFill>
          <a:scene3d>
            <a:camera prst="orthographicFront"/>
            <a:lightRig rig="threePt" dir="t"/>
          </a:scene3d>
          <a:sp3d>
            <a:bevelT w="114300" prst="artDeco"/>
          </a:sp3d>
        </p:spPr>
        <p:txBody>
          <a:bodyPr vert="horz" lIns="91440" tIns="45720" rIns="91440" bIns="45720" rtlCol="0" anchor="ctr">
            <a:normAutofit fontScale="2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t/>
            </a:r>
            <a:br>
              <a:rPr lang="en-US" b="1" dirty="0"/>
            </a:br>
            <a:r>
              <a:rPr lang="en-US" b="1" dirty="0" smtClean="0"/>
              <a:t> </a:t>
            </a:r>
            <a:r>
              <a:rPr lang="en-US" sz="17600" b="1" dirty="0" smtClean="0"/>
              <a:t>1.Stionarity</a:t>
            </a:r>
            <a:r>
              <a:rPr lang="ar-DZ" sz="17600" b="1" dirty="0" smtClean="0"/>
              <a:t> الاستقرارية </a:t>
            </a:r>
            <a:r>
              <a:rPr lang="en-US" b="1" dirty="0"/>
              <a:t/>
            </a:r>
            <a:br>
              <a:rPr lang="en-US" b="1" dirty="0"/>
            </a:br>
            <a:endParaRPr lang="en-US" b="1" dirty="0"/>
          </a:p>
        </p:txBody>
      </p:sp>
      <p:sp>
        <p:nvSpPr>
          <p:cNvPr id="6" name="Title 1">
            <a:extLst>
              <a:ext uri="{FF2B5EF4-FFF2-40B4-BE49-F238E27FC236}">
                <a16:creationId xmlns="" xmlns:a16="http://schemas.microsoft.com/office/drawing/2014/main" id="{4308E1C6-C42E-96C1-DE1C-510D2743F084}"/>
              </a:ext>
            </a:extLst>
          </p:cNvPr>
          <p:cNvSpPr txBox="1">
            <a:spLocks/>
          </p:cNvSpPr>
          <p:nvPr/>
        </p:nvSpPr>
        <p:spPr>
          <a:xfrm>
            <a:off x="41077" y="3023791"/>
            <a:ext cx="9061847" cy="738982"/>
          </a:xfrm>
          <a:prstGeom prst="rect">
            <a:avLst/>
          </a:prstGeom>
          <a:solidFill>
            <a:schemeClr val="accent1">
              <a:lumMod val="40000"/>
              <a:lumOff val="60000"/>
            </a:schemeClr>
          </a:solidFill>
          <a:scene3d>
            <a:camera prst="orthographicFront"/>
            <a:lightRig rig="threePt" dir="t"/>
          </a:scene3d>
          <a:sp3d>
            <a:bevelT w="114300" prst="artDeco"/>
          </a:sp3d>
        </p:spPr>
        <p:txBody>
          <a:bodyPr vert="horz" lIns="91440" tIns="45720" rIns="91440" bIns="45720" rtlCol="0" anchor="ctr">
            <a:normAutofit fontScale="2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t/>
            </a:r>
            <a:br>
              <a:rPr lang="en-US" b="1" dirty="0"/>
            </a:br>
            <a:r>
              <a:rPr lang="en-US" sz="16000" b="1" dirty="0" smtClean="0"/>
              <a:t>2.Causality</a:t>
            </a:r>
            <a:r>
              <a:rPr lang="ar-DZ" sz="16000" b="1" dirty="0" smtClean="0"/>
              <a:t>السببية </a:t>
            </a:r>
            <a:r>
              <a:rPr lang="en-US" b="1" dirty="0"/>
              <a:t/>
            </a:r>
            <a:br>
              <a:rPr lang="en-US" b="1" dirty="0"/>
            </a:br>
            <a:endParaRPr lang="en-US" b="1" dirty="0"/>
          </a:p>
        </p:txBody>
      </p:sp>
      <p:sp>
        <p:nvSpPr>
          <p:cNvPr id="7" name="Title 1">
            <a:extLst>
              <a:ext uri="{FF2B5EF4-FFF2-40B4-BE49-F238E27FC236}">
                <a16:creationId xmlns="" xmlns:a16="http://schemas.microsoft.com/office/drawing/2014/main" id="{BCF5960A-AB32-703E-7882-AB143F0B5A9C}"/>
              </a:ext>
            </a:extLst>
          </p:cNvPr>
          <p:cNvSpPr txBox="1">
            <a:spLocks/>
          </p:cNvSpPr>
          <p:nvPr/>
        </p:nvSpPr>
        <p:spPr>
          <a:xfrm>
            <a:off x="167878" y="4416821"/>
            <a:ext cx="9061847" cy="738982"/>
          </a:xfrm>
          <a:prstGeom prst="rect">
            <a:avLst/>
          </a:prstGeom>
          <a:solidFill>
            <a:schemeClr val="accent1">
              <a:lumMod val="40000"/>
              <a:lumOff val="60000"/>
            </a:schemeClr>
          </a:solidFill>
          <a:scene3d>
            <a:camera prst="orthographicFront"/>
            <a:lightRig rig="threePt" dir="t"/>
          </a:scene3d>
          <a:sp3d>
            <a:bevelT w="114300" prst="artDeco"/>
          </a:sp3d>
        </p:spPr>
        <p:txBody>
          <a:bodyPr vert="horz" lIns="91440" tIns="45720" rIns="91440" bIns="45720" rtlCol="0" anchor="ctr">
            <a:normAutofit fontScale="2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t/>
            </a:r>
            <a:br>
              <a:rPr lang="en-US" b="1" dirty="0"/>
            </a:br>
            <a:r>
              <a:rPr lang="en-US" sz="16000" b="1" dirty="0" smtClean="0"/>
              <a:t>3.Cointegration</a:t>
            </a:r>
            <a:r>
              <a:rPr lang="ar-DZ" sz="16000" b="1" dirty="0" smtClean="0"/>
              <a:t>نماذج التكامل المشترك </a:t>
            </a:r>
            <a:r>
              <a:rPr lang="en-US" sz="5600" b="1" dirty="0"/>
              <a:t/>
            </a:r>
            <a:br>
              <a:rPr lang="en-US" sz="5600" b="1" dirty="0"/>
            </a:br>
            <a:endParaRPr lang="en-US" b="1" dirty="0"/>
          </a:p>
        </p:txBody>
      </p:sp>
    </p:spTree>
    <p:extLst>
      <p:ext uri="{BB962C8B-B14F-4D97-AF65-F5344CB8AC3E}">
        <p14:creationId xmlns:p14="http://schemas.microsoft.com/office/powerpoint/2010/main" val="16259251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a:xfrm>
            <a:off x="12458" y="22653"/>
            <a:ext cx="9131541" cy="814059"/>
          </a:xfrm>
          <a:solidFill>
            <a:schemeClr val="bg1">
              <a:lumMod val="85000"/>
            </a:schemeClr>
          </a:solidFill>
          <a:scene3d>
            <a:camera prst="orthographicFront"/>
            <a:lightRig rig="threePt" dir="t"/>
          </a:scene3d>
          <a:sp3d>
            <a:bevelT w="165100" prst="coolSlant"/>
          </a:sp3d>
        </p:spPr>
        <p:txBody>
          <a:bodyPr/>
          <a:lstStyle/>
          <a:p>
            <a:r>
              <a:rPr lang="en-US" dirty="0" smtClean="0"/>
              <a:t>1.Stationarity test</a:t>
            </a:r>
            <a:endParaRPr lang="ar-DZ" dirty="0"/>
          </a:p>
        </p:txBody>
      </p:sp>
      <p:sp>
        <p:nvSpPr>
          <p:cNvPr id="3" name="عنصر نائب للمحتوى 2"/>
          <p:cNvSpPr>
            <a:spLocks noGrp="1"/>
          </p:cNvSpPr>
          <p:nvPr>
            <p:ph idx="1"/>
          </p:nvPr>
        </p:nvSpPr>
        <p:spPr>
          <a:xfrm>
            <a:off x="6230" y="980728"/>
            <a:ext cx="9030266" cy="5760640"/>
          </a:xfrm>
        </p:spPr>
        <p:txBody>
          <a:bodyPr/>
          <a:lstStyle/>
          <a:p>
            <a:pPr algn="l" rtl="0"/>
            <a:r>
              <a:rPr lang="en-US" b="1" dirty="0" smtClean="0"/>
              <a:t>What is Stationarity in Time Series?</a:t>
            </a:r>
          </a:p>
          <a:p>
            <a:pPr marL="0" indent="0" algn="l" rtl="0">
              <a:buNone/>
            </a:pPr>
            <a:r>
              <a:rPr lang="en-US" dirty="0" smtClean="0"/>
              <a:t>In </a:t>
            </a:r>
            <a:r>
              <a:rPr lang="en-US" b="1" dirty="0" smtClean="0"/>
              <a:t>Time Series Analysis</a:t>
            </a:r>
            <a:r>
              <a:rPr lang="en-US" dirty="0" smtClean="0"/>
              <a:t>, a time series is said to be </a:t>
            </a:r>
            <a:r>
              <a:rPr lang="en-US" b="1" dirty="0" smtClean="0"/>
              <a:t>stationary</a:t>
            </a:r>
            <a:r>
              <a:rPr lang="en-US" dirty="0" smtClean="0"/>
              <a:t> when its </a:t>
            </a:r>
            <a:r>
              <a:rPr lang="en-US" b="1" dirty="0" smtClean="0"/>
              <a:t>statistical properties do not change over time</a:t>
            </a:r>
            <a:r>
              <a:rPr lang="en-US" dirty="0" smtClean="0"/>
              <a:t>.</a:t>
            </a:r>
          </a:p>
          <a:p>
            <a:pPr marL="0" indent="0" algn="l" rtl="0">
              <a:buNone/>
            </a:pPr>
            <a:r>
              <a:rPr lang="en-US" dirty="0" smtClean="0"/>
              <a:t>1.Constant Mean : Mean ≈ constant</a:t>
            </a:r>
          </a:p>
          <a:p>
            <a:pPr marL="0" indent="0" algn="l" rtl="0">
              <a:buNone/>
            </a:pPr>
            <a:endParaRPr lang="en-US" dirty="0" smtClean="0"/>
          </a:p>
          <a:p>
            <a:pPr marL="0" indent="0" algn="l" rtl="0">
              <a:buNone/>
            </a:pPr>
            <a:r>
              <a:rPr lang="en-US" dirty="0" smtClean="0"/>
              <a:t>2. Constant Variance : Variance ≈ constant</a:t>
            </a:r>
          </a:p>
          <a:p>
            <a:pPr algn="l" rtl="0"/>
            <a:endParaRPr lang="ar-DZ" dirty="0"/>
          </a:p>
        </p:txBody>
      </p:sp>
    </p:spTree>
    <p:extLst>
      <p:ext uri="{BB962C8B-B14F-4D97-AF65-F5344CB8AC3E}">
        <p14:creationId xmlns:p14="http://schemas.microsoft.com/office/powerpoint/2010/main" val="641438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a:xfrm>
            <a:off x="18622" y="16424"/>
            <a:ext cx="9102808" cy="700998"/>
          </a:xfrm>
          <a:solidFill>
            <a:schemeClr val="bg1">
              <a:lumMod val="85000"/>
            </a:schemeClr>
          </a:solidFill>
          <a:scene3d>
            <a:camera prst="orthographicFront"/>
            <a:lightRig rig="threePt" dir="t"/>
          </a:scene3d>
          <a:sp3d>
            <a:bevelT w="165100" prst="coolSlant"/>
          </a:sp3d>
        </p:spPr>
        <p:txBody>
          <a:bodyPr>
            <a:normAutofit/>
          </a:bodyPr>
          <a:lstStyle/>
          <a:p>
            <a:r>
              <a:rPr lang="en-US" sz="3600" b="1" dirty="0" smtClean="0"/>
              <a:t>Example of Time series </a:t>
            </a:r>
            <a:endParaRPr lang="ar-DZ" sz="3600" b="1" dirty="0"/>
          </a:p>
        </p:txBody>
      </p:sp>
      <p:sp>
        <p:nvSpPr>
          <p:cNvPr id="3" name="عنصر نائب للنص 2"/>
          <p:cNvSpPr>
            <a:spLocks noGrp="1"/>
          </p:cNvSpPr>
          <p:nvPr>
            <p:ph type="body" idx="1"/>
          </p:nvPr>
        </p:nvSpPr>
        <p:spPr>
          <a:xfrm>
            <a:off x="86067" y="836712"/>
            <a:ext cx="4040188" cy="639762"/>
          </a:xfrm>
        </p:spPr>
        <p:txBody>
          <a:bodyPr/>
          <a:lstStyle/>
          <a:p>
            <a:pPr algn="ctr"/>
            <a:r>
              <a:rPr lang="en-US" dirty="0" smtClean="0"/>
              <a:t>Stationary series</a:t>
            </a:r>
            <a:endParaRPr lang="ar-DZ" dirty="0"/>
          </a:p>
        </p:txBody>
      </p:sp>
      <p:sp>
        <p:nvSpPr>
          <p:cNvPr id="5" name="عنصر نائب للنص 4"/>
          <p:cNvSpPr>
            <a:spLocks noGrp="1"/>
          </p:cNvSpPr>
          <p:nvPr>
            <p:ph type="body" sz="quarter" idx="3"/>
          </p:nvPr>
        </p:nvSpPr>
        <p:spPr>
          <a:xfrm>
            <a:off x="4932040" y="836712"/>
            <a:ext cx="4041775" cy="639762"/>
          </a:xfrm>
        </p:spPr>
        <p:txBody>
          <a:bodyPr/>
          <a:lstStyle/>
          <a:p>
            <a:pPr algn="ctr"/>
            <a:r>
              <a:rPr lang="en-US" dirty="0" smtClean="0"/>
              <a:t>Non  Stationary series</a:t>
            </a:r>
            <a:endParaRPr lang="ar-DZ" dirty="0" smtClean="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04" y="1556793"/>
            <a:ext cx="4324350" cy="5301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58955" y="1556792"/>
            <a:ext cx="4562475" cy="53012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851676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81B8112-17F8-6F74-F7EC-55BAA0DAD68F}"/>
              </a:ext>
            </a:extLst>
          </p:cNvPr>
          <p:cNvSpPr>
            <a:spLocks noGrp="1"/>
          </p:cNvSpPr>
          <p:nvPr>
            <p:ph type="title"/>
          </p:nvPr>
        </p:nvSpPr>
        <p:spPr>
          <a:xfrm>
            <a:off x="-1" y="18256"/>
            <a:ext cx="9065419" cy="838995"/>
          </a:xfrm>
          <a:solidFill>
            <a:schemeClr val="bg1">
              <a:lumMod val="85000"/>
            </a:schemeClr>
          </a:solidFill>
          <a:scene3d>
            <a:camera prst="orthographicFront"/>
            <a:lightRig rig="threePt" dir="t"/>
          </a:scene3d>
          <a:sp3d>
            <a:bevelT w="114300" prst="artDeco"/>
          </a:sp3d>
        </p:spPr>
        <p:txBody>
          <a:bodyPr/>
          <a:lstStyle/>
          <a:p>
            <a:pPr algn="ctr"/>
            <a:r>
              <a:rPr lang="en-US" b="1" dirty="0"/>
              <a:t>Why and  what is  stationarity?</a:t>
            </a:r>
            <a:endParaRPr lang="en-US" dirty="0"/>
          </a:p>
        </p:txBody>
      </p:sp>
      <p:sp>
        <p:nvSpPr>
          <p:cNvPr id="3" name="Content Placeholder 2">
            <a:extLst>
              <a:ext uri="{FF2B5EF4-FFF2-40B4-BE49-F238E27FC236}">
                <a16:creationId xmlns="" xmlns:a16="http://schemas.microsoft.com/office/drawing/2014/main" id="{96F0E617-BE17-26B3-6212-B7832BF7C3B3}"/>
              </a:ext>
            </a:extLst>
          </p:cNvPr>
          <p:cNvSpPr>
            <a:spLocks noGrp="1"/>
          </p:cNvSpPr>
          <p:nvPr>
            <p:ph idx="1"/>
          </p:nvPr>
        </p:nvSpPr>
        <p:spPr>
          <a:xfrm>
            <a:off x="0" y="971551"/>
            <a:ext cx="9144000" cy="5205413"/>
          </a:xfrm>
        </p:spPr>
        <p:txBody>
          <a:bodyPr>
            <a:normAutofit/>
          </a:bodyPr>
          <a:lstStyle/>
          <a:p>
            <a:pPr algn="l" rtl="0"/>
            <a:r>
              <a:rPr lang="en-US" b="1" dirty="0" smtClean="0">
                <a:solidFill>
                  <a:srgbClr val="002060"/>
                </a:solidFill>
              </a:rPr>
              <a:t>Stationarity </a:t>
            </a:r>
            <a:r>
              <a:rPr lang="en-US" b="1" dirty="0">
                <a:solidFill>
                  <a:srgbClr val="002060"/>
                </a:solidFill>
              </a:rPr>
              <a:t>Tests</a:t>
            </a:r>
          </a:p>
          <a:p>
            <a:endParaRPr lang="en-US" b="1" dirty="0">
              <a:solidFill>
                <a:srgbClr val="002060"/>
              </a:solidFill>
            </a:endParaRPr>
          </a:p>
          <a:p>
            <a:pPr>
              <a:buFont typeface="Arial" panose="020B0604020202020204" pitchFamily="34" charset="0"/>
              <a:buChar char="•"/>
            </a:pPr>
            <a:endParaRPr lang="en-US" sz="2800" b="1" dirty="0"/>
          </a:p>
          <a:p>
            <a:pPr>
              <a:buFont typeface="Arial" panose="020B0604020202020204" pitchFamily="34" charset="0"/>
              <a:buChar char="•"/>
            </a:pPr>
            <a:endParaRPr lang="en-US" b="1" dirty="0"/>
          </a:p>
          <a:p>
            <a:pPr marL="0" indent="0">
              <a:buNone/>
            </a:pPr>
            <a:endParaRPr lang="en-US" sz="2800" dirty="0"/>
          </a:p>
          <a:p>
            <a:endParaRPr lang="en-US" dirty="0"/>
          </a:p>
        </p:txBody>
      </p:sp>
      <p:sp>
        <p:nvSpPr>
          <p:cNvPr id="4" name="Title 1">
            <a:extLst>
              <a:ext uri="{FF2B5EF4-FFF2-40B4-BE49-F238E27FC236}">
                <a16:creationId xmlns="" xmlns:a16="http://schemas.microsoft.com/office/drawing/2014/main" id="{BF1E0E86-33D3-2594-C13E-8438994EFEE4}"/>
              </a:ext>
            </a:extLst>
          </p:cNvPr>
          <p:cNvSpPr txBox="1">
            <a:spLocks/>
          </p:cNvSpPr>
          <p:nvPr/>
        </p:nvSpPr>
        <p:spPr>
          <a:xfrm>
            <a:off x="41077" y="2060848"/>
            <a:ext cx="9061847" cy="738982"/>
          </a:xfrm>
          <a:prstGeom prst="rect">
            <a:avLst/>
          </a:prstGeom>
          <a:solidFill>
            <a:schemeClr val="accent1">
              <a:lumMod val="40000"/>
              <a:lumOff val="60000"/>
            </a:schemeClr>
          </a:solidFill>
          <a:scene3d>
            <a:camera prst="orthographicFront"/>
            <a:lightRig rig="threePt" dir="t"/>
          </a:scene3d>
          <a:sp3d>
            <a:bevelT w="114300" prst="artDeco"/>
          </a:sp3d>
        </p:spPr>
        <p:txBody>
          <a:bodyPr vert="horz" lIns="91440" tIns="45720" rIns="91440" bIns="45720" rtlCol="0" anchor="ctr">
            <a:normAutofit fontScale="2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t/>
            </a:r>
            <a:br>
              <a:rPr lang="en-US" b="1" dirty="0"/>
            </a:br>
            <a:r>
              <a:rPr lang="en-US" sz="9600" b="1" dirty="0"/>
              <a:t>Augmented Dickey-Fuller (ADF) Test</a:t>
            </a:r>
            <a:r>
              <a:rPr lang="en-US" sz="9600" dirty="0"/>
              <a:t> – Checks if a time series has a unit root (non-stationary).</a:t>
            </a:r>
          </a:p>
          <a:p>
            <a:pPr algn="ctr"/>
            <a:r>
              <a:rPr lang="en-US" b="1" dirty="0"/>
              <a:t/>
            </a:r>
            <a:br>
              <a:rPr lang="en-US" b="1" dirty="0"/>
            </a:br>
            <a:endParaRPr lang="en-US" b="1" dirty="0"/>
          </a:p>
        </p:txBody>
      </p:sp>
      <p:sp>
        <p:nvSpPr>
          <p:cNvPr id="5" name="Title 1">
            <a:extLst>
              <a:ext uri="{FF2B5EF4-FFF2-40B4-BE49-F238E27FC236}">
                <a16:creationId xmlns="" xmlns:a16="http://schemas.microsoft.com/office/drawing/2014/main" id="{BA60B95D-CEDB-FA71-710E-611F39C05011}"/>
              </a:ext>
            </a:extLst>
          </p:cNvPr>
          <p:cNvSpPr txBox="1">
            <a:spLocks/>
          </p:cNvSpPr>
          <p:nvPr/>
        </p:nvSpPr>
        <p:spPr>
          <a:xfrm>
            <a:off x="-17715" y="3356992"/>
            <a:ext cx="9099352" cy="738982"/>
          </a:xfrm>
          <a:prstGeom prst="rect">
            <a:avLst/>
          </a:prstGeom>
          <a:solidFill>
            <a:schemeClr val="accent1">
              <a:lumMod val="40000"/>
              <a:lumOff val="60000"/>
            </a:schemeClr>
          </a:solidFill>
          <a:scene3d>
            <a:camera prst="orthographicFront"/>
            <a:lightRig rig="threePt" dir="t"/>
          </a:scene3d>
          <a:sp3d>
            <a:bevelT w="114300" prst="artDeco"/>
          </a:sp3d>
        </p:spPr>
        <p:txBody>
          <a:bodyPr vert="horz" lIns="91440" tIns="45720" rIns="91440" bIns="45720" rtlCol="0" anchor="ctr">
            <a:normAutofit fontScale="2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7400" b="1" dirty="0"/>
              <a:t>Phillips-Perron (PP) Test </a:t>
            </a:r>
            <a:r>
              <a:rPr lang="en-US" dirty="0" smtClean="0"/>
              <a:t>:</a:t>
            </a:r>
          </a:p>
          <a:p>
            <a:pPr algn="ctr"/>
            <a:r>
              <a:rPr lang="en-US" sz="7400" dirty="0"/>
              <a:t> </a:t>
            </a:r>
            <a:r>
              <a:rPr lang="en-US" sz="7400" dirty="0" smtClean="0"/>
              <a:t>                       </a:t>
            </a:r>
            <a:r>
              <a:rPr lang="en-US" sz="11200" dirty="0" smtClean="0"/>
              <a:t>Similar </a:t>
            </a:r>
            <a:r>
              <a:rPr lang="en-US" sz="11200" dirty="0"/>
              <a:t>to ADF but adjusts for autocorrelation and heteroskedasticity</a:t>
            </a:r>
            <a:r>
              <a:rPr lang="en-US" sz="7400" dirty="0"/>
              <a:t/>
            </a:r>
            <a:br>
              <a:rPr lang="en-US" sz="7400" dirty="0"/>
            </a:br>
            <a:endParaRPr lang="en-US" sz="7400" dirty="0"/>
          </a:p>
        </p:txBody>
      </p:sp>
      <p:sp>
        <p:nvSpPr>
          <p:cNvPr id="6" name="Title 1">
            <a:extLst>
              <a:ext uri="{FF2B5EF4-FFF2-40B4-BE49-F238E27FC236}">
                <a16:creationId xmlns="" xmlns:a16="http://schemas.microsoft.com/office/drawing/2014/main" id="{8355E726-86E7-AB26-609B-1F98F27A5C2F}"/>
              </a:ext>
            </a:extLst>
          </p:cNvPr>
          <p:cNvSpPr txBox="1">
            <a:spLocks/>
          </p:cNvSpPr>
          <p:nvPr/>
        </p:nvSpPr>
        <p:spPr>
          <a:xfrm>
            <a:off x="1037" y="4581128"/>
            <a:ext cx="9061847" cy="738982"/>
          </a:xfrm>
          <a:prstGeom prst="rect">
            <a:avLst/>
          </a:prstGeom>
          <a:solidFill>
            <a:schemeClr val="accent1">
              <a:lumMod val="40000"/>
              <a:lumOff val="60000"/>
            </a:schemeClr>
          </a:solidFill>
          <a:scene3d>
            <a:camera prst="orthographicFront"/>
            <a:lightRig rig="threePt" dir="t"/>
          </a:scene3d>
          <a:sp3d>
            <a:bevelT w="114300" prst="artDeco"/>
          </a:sp3d>
        </p:spPr>
        <p:txBody>
          <a:bodyPr vert="horz" lIns="91440" tIns="45720" rIns="91440" bIns="45720" rtlCol="0" anchor="ctr">
            <a:normAutofit fontScale="6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buFont typeface="Arial" panose="020B0604020202020204" pitchFamily="34" charset="0"/>
              <a:buChar char="•"/>
            </a:pPr>
            <a:r>
              <a:rPr lang="en-US" sz="4400" b="1" dirty="0"/>
              <a:t>Kwiatkowski-Phillips-Schmidt-Shin (KPSS) Test</a:t>
            </a:r>
            <a:r>
              <a:rPr lang="en-US" sz="4400" dirty="0"/>
              <a:t> – Tests for stationarity (opposite of ADF and PP)</a:t>
            </a:r>
          </a:p>
        </p:txBody>
      </p:sp>
    </p:spTree>
    <p:extLst>
      <p:ext uri="{BB962C8B-B14F-4D97-AF65-F5344CB8AC3E}">
        <p14:creationId xmlns:p14="http://schemas.microsoft.com/office/powerpoint/2010/main" val="31581293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C38D81E-27EC-487D-8E13-871EB47C0B48}"/>
              </a:ext>
            </a:extLst>
          </p:cNvPr>
          <p:cNvSpPr>
            <a:spLocks noGrp="1"/>
          </p:cNvSpPr>
          <p:nvPr>
            <p:ph type="title"/>
          </p:nvPr>
        </p:nvSpPr>
        <p:spPr>
          <a:xfrm>
            <a:off x="0" y="18257"/>
            <a:ext cx="9144000" cy="662781"/>
          </a:xfrm>
          <a:solidFill>
            <a:schemeClr val="bg1">
              <a:lumMod val="85000"/>
            </a:schemeClr>
          </a:solidFill>
          <a:scene3d>
            <a:camera prst="orthographicFront"/>
            <a:lightRig rig="threePt" dir="t"/>
          </a:scene3d>
          <a:sp3d>
            <a:bevelT w="114300" prst="artDeco"/>
          </a:sp3d>
        </p:spPr>
        <p:txBody>
          <a:bodyPr>
            <a:normAutofit fontScale="90000"/>
          </a:bodyPr>
          <a:lstStyle/>
          <a:p>
            <a:pPr algn="ctr"/>
            <a:r>
              <a:rPr lang="en-US" b="1" dirty="0"/>
              <a:t>Stationarity Hypothesis In Time  series </a:t>
            </a:r>
          </a:p>
        </p:txBody>
      </p:sp>
      <p:sp>
        <p:nvSpPr>
          <p:cNvPr id="3" name="Content Placeholder 2">
            <a:extLst>
              <a:ext uri="{FF2B5EF4-FFF2-40B4-BE49-F238E27FC236}">
                <a16:creationId xmlns="" xmlns:a16="http://schemas.microsoft.com/office/drawing/2014/main" id="{501A9D9A-9545-439D-40A2-54C7F86F9B36}"/>
              </a:ext>
            </a:extLst>
          </p:cNvPr>
          <p:cNvSpPr>
            <a:spLocks noGrp="1"/>
          </p:cNvSpPr>
          <p:nvPr>
            <p:ph idx="1"/>
          </p:nvPr>
        </p:nvSpPr>
        <p:spPr>
          <a:xfrm>
            <a:off x="1" y="681038"/>
            <a:ext cx="9033272" cy="6158707"/>
          </a:xfrm>
        </p:spPr>
        <p:txBody>
          <a:bodyPr>
            <a:normAutofit/>
          </a:bodyPr>
          <a:lstStyle/>
          <a:p>
            <a:pPr marL="0" indent="0">
              <a:buNone/>
            </a:pPr>
            <a:endParaRPr lang="en-US" dirty="0"/>
          </a:p>
          <a:p>
            <a:endParaRPr lang="en-US"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484784"/>
            <a:ext cx="8964488" cy="5373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a:extLst>
              <a:ext uri="{FF2B5EF4-FFF2-40B4-BE49-F238E27FC236}">
                <a16:creationId xmlns="" xmlns:a16="http://schemas.microsoft.com/office/drawing/2014/main" id="{AC38D81E-27EC-487D-8E13-871EB47C0B48}"/>
              </a:ext>
            </a:extLst>
          </p:cNvPr>
          <p:cNvSpPr txBox="1">
            <a:spLocks/>
          </p:cNvSpPr>
          <p:nvPr/>
        </p:nvSpPr>
        <p:spPr>
          <a:xfrm>
            <a:off x="2699792" y="803768"/>
            <a:ext cx="3006189" cy="662781"/>
          </a:xfrm>
          <a:prstGeom prst="rect">
            <a:avLst/>
          </a:prstGeom>
          <a:solidFill>
            <a:schemeClr val="bg1">
              <a:lumMod val="85000"/>
            </a:schemeClr>
          </a:solidFill>
          <a:scene3d>
            <a:camera prst="orthographicFront"/>
            <a:lightRig rig="threePt" dir="t"/>
          </a:scene3d>
          <a:sp3d>
            <a:bevelT w="114300" prst="artDeco"/>
          </a:sp3d>
        </p:spPr>
        <p:txBody>
          <a:bodyPr vert="horz" lIns="91440" tIns="45720" rIns="91440" bIns="45720" rtlCol="1" anchor="ctr">
            <a:normAutofit fontScale="90000" lnSpcReduction="10000"/>
          </a:bodyPr>
          <a:lstStyle>
            <a:lvl1pPr algn="ctr" defTabSz="914400" rtl="1" eaLnBrk="1" latinLnBrk="0" hangingPunct="1">
              <a:spcBef>
                <a:spcPct val="0"/>
              </a:spcBef>
              <a:buNone/>
              <a:defRPr sz="4400" kern="1200">
                <a:solidFill>
                  <a:schemeClr val="tx1"/>
                </a:solidFill>
                <a:latin typeface="+mj-lt"/>
                <a:ea typeface="+mj-ea"/>
                <a:cs typeface="+mj-cs"/>
              </a:defRPr>
            </a:lvl1pPr>
          </a:lstStyle>
          <a:p>
            <a:r>
              <a:rPr lang="en-US" b="1" dirty="0" smtClean="0"/>
              <a:t>ADF_test</a:t>
            </a:r>
            <a:endParaRPr lang="en-US" b="1" dirty="0"/>
          </a:p>
        </p:txBody>
      </p:sp>
    </p:spTree>
    <p:extLst>
      <p:ext uri="{BB962C8B-B14F-4D97-AF65-F5344CB8AC3E}">
        <p14:creationId xmlns:p14="http://schemas.microsoft.com/office/powerpoint/2010/main" val="34346156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 xmlns:a16="http://schemas.microsoft.com/office/drawing/2014/main" id="{AC38D81E-27EC-487D-8E13-871EB47C0B48}"/>
              </a:ext>
            </a:extLst>
          </p:cNvPr>
          <p:cNvSpPr txBox="1">
            <a:spLocks/>
          </p:cNvSpPr>
          <p:nvPr/>
        </p:nvSpPr>
        <p:spPr>
          <a:xfrm>
            <a:off x="2771800" y="763474"/>
            <a:ext cx="3006189" cy="662781"/>
          </a:xfrm>
          <a:prstGeom prst="rect">
            <a:avLst/>
          </a:prstGeom>
          <a:solidFill>
            <a:schemeClr val="bg1">
              <a:lumMod val="85000"/>
            </a:schemeClr>
          </a:solidFill>
          <a:scene3d>
            <a:camera prst="orthographicFront"/>
            <a:lightRig rig="threePt" dir="t"/>
          </a:scene3d>
          <a:sp3d>
            <a:bevelT w="114300" prst="artDeco"/>
          </a:sp3d>
        </p:spPr>
        <p:txBody>
          <a:bodyPr vert="horz" lIns="91440" tIns="45720" rIns="91440" bIns="45720" rtlCol="1" anchor="ctr">
            <a:normAutofit fontScale="90000" lnSpcReduction="10000"/>
          </a:bodyPr>
          <a:lstStyle>
            <a:lvl1pPr algn="ctr" defTabSz="914400" rtl="1" eaLnBrk="1" latinLnBrk="0" hangingPunct="1">
              <a:spcBef>
                <a:spcPct val="0"/>
              </a:spcBef>
              <a:buNone/>
              <a:defRPr sz="4400" kern="1200">
                <a:solidFill>
                  <a:schemeClr val="tx1"/>
                </a:solidFill>
                <a:latin typeface="+mj-lt"/>
                <a:ea typeface="+mj-ea"/>
                <a:cs typeface="+mj-cs"/>
              </a:defRPr>
            </a:lvl1pPr>
          </a:lstStyle>
          <a:p>
            <a:r>
              <a:rPr lang="en-US" b="1" dirty="0" smtClean="0"/>
              <a:t>Kpss_test</a:t>
            </a:r>
            <a:endParaRPr lang="en-US" b="1" dirty="0"/>
          </a:p>
        </p:txBody>
      </p:sp>
      <p:sp>
        <p:nvSpPr>
          <p:cNvPr id="5" name="Title 1">
            <a:extLst>
              <a:ext uri="{FF2B5EF4-FFF2-40B4-BE49-F238E27FC236}">
                <a16:creationId xmlns="" xmlns:a16="http://schemas.microsoft.com/office/drawing/2014/main" id="{AC38D81E-27EC-487D-8E13-871EB47C0B48}"/>
              </a:ext>
            </a:extLst>
          </p:cNvPr>
          <p:cNvSpPr txBox="1">
            <a:spLocks/>
          </p:cNvSpPr>
          <p:nvPr/>
        </p:nvSpPr>
        <p:spPr>
          <a:xfrm>
            <a:off x="0" y="100693"/>
            <a:ext cx="8964488" cy="662781"/>
          </a:xfrm>
          <a:prstGeom prst="rect">
            <a:avLst/>
          </a:prstGeom>
          <a:solidFill>
            <a:schemeClr val="bg1">
              <a:lumMod val="85000"/>
            </a:schemeClr>
          </a:solidFill>
          <a:scene3d>
            <a:camera prst="orthographicFront"/>
            <a:lightRig rig="threePt" dir="t"/>
          </a:scene3d>
          <a:sp3d>
            <a:bevelT w="114300" prst="artDeco"/>
          </a:sp3d>
        </p:spPr>
        <p:txBody>
          <a:bodyPr vert="horz" lIns="91440" tIns="45720" rIns="91440" bIns="45720" rtlCol="1" anchor="ctr">
            <a:normAutofit fontScale="90000" lnSpcReduction="10000"/>
          </a:bodyPr>
          <a:lstStyle>
            <a:lvl1pPr algn="ctr" defTabSz="914400" rtl="1" eaLnBrk="1" latinLnBrk="0" hangingPunct="1">
              <a:spcBef>
                <a:spcPct val="0"/>
              </a:spcBef>
              <a:buNone/>
              <a:defRPr sz="4400" kern="1200">
                <a:solidFill>
                  <a:schemeClr val="tx1"/>
                </a:solidFill>
                <a:latin typeface="+mj-lt"/>
                <a:ea typeface="+mj-ea"/>
                <a:cs typeface="+mj-cs"/>
              </a:defRPr>
            </a:lvl1pPr>
          </a:lstStyle>
          <a:p>
            <a:r>
              <a:rPr lang="en-US" dirty="0"/>
              <a:t>Kwiatkowski–Phillips–Schmidt–Shin test</a:t>
            </a:r>
            <a:endParaRPr lang="en-US" b="1"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208" y="1423790"/>
            <a:ext cx="9174207" cy="53175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39411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a:xfrm>
            <a:off x="0" y="0"/>
            <a:ext cx="9144000" cy="548680"/>
          </a:xfrm>
          <a:solidFill>
            <a:schemeClr val="bg1">
              <a:lumMod val="85000"/>
            </a:schemeClr>
          </a:solidFill>
          <a:scene3d>
            <a:camera prst="orthographicFront"/>
            <a:lightRig rig="threePt" dir="t"/>
          </a:scene3d>
          <a:sp3d>
            <a:bevelT w="165100" prst="coolSlant"/>
          </a:sp3d>
        </p:spPr>
        <p:txBody>
          <a:bodyPr>
            <a:normAutofit fontScale="90000"/>
          </a:bodyPr>
          <a:lstStyle/>
          <a:p>
            <a:r>
              <a:rPr lang="en-US" dirty="0"/>
              <a:t>Phillips-</a:t>
            </a:r>
            <a:r>
              <a:rPr lang="en-US" dirty="0" err="1"/>
              <a:t>Perron</a:t>
            </a:r>
            <a:r>
              <a:rPr lang="en-US" dirty="0"/>
              <a:t> (PP) Test</a:t>
            </a:r>
            <a:endParaRPr lang="ar-DZ"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268760"/>
            <a:ext cx="9144000" cy="5589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a:extLst>
              <a:ext uri="{FF2B5EF4-FFF2-40B4-BE49-F238E27FC236}">
                <a16:creationId xmlns="" xmlns:a16="http://schemas.microsoft.com/office/drawing/2014/main" id="{AC38D81E-27EC-487D-8E13-871EB47C0B48}"/>
              </a:ext>
            </a:extLst>
          </p:cNvPr>
          <p:cNvSpPr txBox="1">
            <a:spLocks/>
          </p:cNvSpPr>
          <p:nvPr/>
        </p:nvSpPr>
        <p:spPr>
          <a:xfrm>
            <a:off x="2771799" y="605979"/>
            <a:ext cx="3006189" cy="662781"/>
          </a:xfrm>
          <a:prstGeom prst="rect">
            <a:avLst/>
          </a:prstGeom>
          <a:solidFill>
            <a:schemeClr val="bg1">
              <a:lumMod val="85000"/>
            </a:schemeClr>
          </a:solidFill>
          <a:scene3d>
            <a:camera prst="orthographicFront"/>
            <a:lightRig rig="threePt" dir="t"/>
          </a:scene3d>
          <a:sp3d>
            <a:bevelT w="114300" prst="artDeco"/>
          </a:sp3d>
        </p:spPr>
        <p:txBody>
          <a:bodyPr vert="horz" lIns="91440" tIns="45720" rIns="91440" bIns="45720" rtlCol="1" anchor="ctr">
            <a:normAutofit fontScale="90000" lnSpcReduction="10000"/>
          </a:bodyPr>
          <a:lstStyle>
            <a:lvl1pPr algn="ctr" defTabSz="914400" rtl="1" eaLnBrk="1" latinLnBrk="0" hangingPunct="1">
              <a:spcBef>
                <a:spcPct val="0"/>
              </a:spcBef>
              <a:buNone/>
              <a:defRPr sz="4400" kern="1200">
                <a:solidFill>
                  <a:schemeClr val="tx1"/>
                </a:solidFill>
                <a:latin typeface="+mj-lt"/>
                <a:ea typeface="+mj-ea"/>
                <a:cs typeface="+mj-cs"/>
              </a:defRPr>
            </a:lvl1pPr>
          </a:lstStyle>
          <a:p>
            <a:r>
              <a:rPr lang="en-US" b="1" dirty="0" smtClean="0"/>
              <a:t>PP_test</a:t>
            </a:r>
            <a:endParaRPr lang="en-US" b="1" dirty="0"/>
          </a:p>
        </p:txBody>
      </p:sp>
    </p:spTree>
    <p:extLst>
      <p:ext uri="{BB962C8B-B14F-4D97-AF65-F5344CB8AC3E}">
        <p14:creationId xmlns:p14="http://schemas.microsoft.com/office/powerpoint/2010/main" val="39761524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a:xfrm>
            <a:off x="107504" y="27856"/>
            <a:ext cx="9036496" cy="736848"/>
          </a:xfrm>
        </p:spPr>
        <p:txBody>
          <a:bodyPr>
            <a:normAutofit fontScale="90000"/>
          </a:bodyPr>
          <a:lstStyle/>
          <a:p>
            <a:r>
              <a:rPr lang="en-US" dirty="0" smtClean="0"/>
              <a:t>How to create series in R</a:t>
            </a:r>
            <a:endParaRPr lang="ar-DZ" dirty="0"/>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78" y="679449"/>
            <a:ext cx="9131221" cy="6178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4"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98141" y="4490913"/>
            <a:ext cx="4330037" cy="2367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823578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a:xfrm>
            <a:off x="18052" y="0"/>
            <a:ext cx="8946435" cy="836712"/>
          </a:xfrm>
        </p:spPr>
        <p:txBody>
          <a:bodyPr/>
          <a:lstStyle/>
          <a:p>
            <a:r>
              <a:rPr lang="en-US" dirty="0" smtClean="0"/>
              <a:t>Stationary time  series</a:t>
            </a:r>
            <a:endParaRPr lang="ar-DZ"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50" y="886272"/>
            <a:ext cx="9019999" cy="5949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AutoShape 4" descr="http://127.0.0.1:10542/graphics/7d7e242c-f06f-4d79-9200-32a01b9d38ef.png"/>
          <p:cNvSpPr>
            <a:spLocks noChangeAspect="1" noChangeArrowheads="1"/>
          </p:cNvSpPr>
          <p:nvPr/>
        </p:nvSpPr>
        <p:spPr bwMode="auto">
          <a:xfrm>
            <a:off x="8923338"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ar-DZ"/>
          </a:p>
        </p:txBody>
      </p:sp>
      <p:sp>
        <p:nvSpPr>
          <p:cNvPr id="5" name="AutoShape 6" descr="http://127.0.0.1:10542/graphics/7d7e242c-f06f-4d79-9200-32a01b9d38ef.png"/>
          <p:cNvSpPr>
            <a:spLocks noChangeAspect="1" noChangeArrowheads="1"/>
          </p:cNvSpPr>
          <p:nvPr/>
        </p:nvSpPr>
        <p:spPr bwMode="auto">
          <a:xfrm>
            <a:off x="9075738"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ar-DZ"/>
          </a:p>
        </p:txBody>
      </p:sp>
      <p:pic>
        <p:nvPicPr>
          <p:cNvPr id="3079"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7985" y="4293096"/>
            <a:ext cx="4293380" cy="22950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517245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a:xfrm>
            <a:off x="29932" y="24342"/>
            <a:ext cx="9114067" cy="668354"/>
          </a:xfrm>
          <a:solidFill>
            <a:schemeClr val="bg1">
              <a:lumMod val="85000"/>
            </a:schemeClr>
          </a:solidFill>
          <a:scene3d>
            <a:camera prst="orthographicFront"/>
            <a:lightRig rig="threePt" dir="t"/>
          </a:scene3d>
          <a:sp3d>
            <a:bevelT w="165100" prst="coolSlant"/>
          </a:sp3d>
        </p:spPr>
        <p:txBody>
          <a:bodyPr>
            <a:normAutofit fontScale="90000"/>
          </a:bodyPr>
          <a:lstStyle/>
          <a:p>
            <a:r>
              <a:rPr lang="en-US" dirty="0" smtClean="0"/>
              <a:t>ADF_test</a:t>
            </a:r>
            <a:endParaRPr lang="ar-DZ" dirty="0"/>
          </a:p>
        </p:txBody>
      </p:sp>
      <p:pic>
        <p:nvPicPr>
          <p:cNvPr id="102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36" y="733425"/>
            <a:ext cx="8967559" cy="2695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69" y="3429000"/>
            <a:ext cx="9067674" cy="3384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192432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780928"/>
            <a:ext cx="9090268" cy="38694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10424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a:xfrm>
            <a:off x="8318" y="-6480"/>
            <a:ext cx="9135682" cy="699176"/>
          </a:xfrm>
        </p:spPr>
        <p:txBody>
          <a:bodyPr>
            <a:normAutofit fontScale="90000"/>
          </a:bodyPr>
          <a:lstStyle/>
          <a:p>
            <a:r>
              <a:rPr lang="en-US" dirty="0" smtClean="0"/>
              <a:t>Kpss</a:t>
            </a:r>
            <a:r>
              <a:rPr lang="en-US" dirty="0"/>
              <a:t>_</a:t>
            </a:r>
            <a:r>
              <a:rPr lang="en-US" dirty="0" smtClean="0"/>
              <a:t>test</a:t>
            </a:r>
            <a:endParaRPr lang="ar-DZ"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04" y="4041068"/>
            <a:ext cx="9036496" cy="28169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32" y="692696"/>
            <a:ext cx="9006858" cy="3228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46507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27809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800602"/>
            <a:ext cx="9144000" cy="4012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903521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a:xfrm>
            <a:off x="0" y="0"/>
            <a:ext cx="9144000" cy="764704"/>
          </a:xfrm>
          <a:solidFill>
            <a:schemeClr val="bg1">
              <a:lumMod val="85000"/>
            </a:schemeClr>
          </a:solidFill>
          <a:scene3d>
            <a:camera prst="orthographicFront"/>
            <a:lightRig rig="threePt" dir="t"/>
          </a:scene3d>
          <a:sp3d>
            <a:bevelT w="165100" prst="coolSlant"/>
          </a:sp3d>
        </p:spPr>
        <p:txBody>
          <a:bodyPr/>
          <a:lstStyle/>
          <a:p>
            <a:r>
              <a:rPr lang="en-US" dirty="0" smtClean="0"/>
              <a:t>Transformation I time series</a:t>
            </a:r>
            <a:endParaRPr lang="ar-DZ" dirty="0"/>
          </a:p>
        </p:txBody>
      </p:sp>
      <p:sp>
        <p:nvSpPr>
          <p:cNvPr id="4" name="Title 1">
            <a:extLst>
              <a:ext uri="{FF2B5EF4-FFF2-40B4-BE49-F238E27FC236}">
                <a16:creationId xmlns="" xmlns:a16="http://schemas.microsoft.com/office/drawing/2014/main" id="{CB10CC10-AF22-1421-3049-C6A13E2C085F}"/>
              </a:ext>
            </a:extLst>
          </p:cNvPr>
          <p:cNvSpPr>
            <a:spLocks noGrp="1"/>
          </p:cNvSpPr>
          <p:nvPr>
            <p:ph idx="1"/>
          </p:nvPr>
        </p:nvSpPr>
        <p:spPr>
          <a:xfrm>
            <a:off x="575556" y="1376399"/>
            <a:ext cx="2952328" cy="926235"/>
          </a:xfrm>
          <a:solidFill>
            <a:schemeClr val="bg1">
              <a:lumMod val="85000"/>
            </a:schemeClr>
          </a:solidFill>
          <a:scene3d>
            <a:camera prst="orthographicFront"/>
            <a:lightRig rig="threePt" dir="t"/>
          </a:scene3d>
          <a:sp3d>
            <a:bevelT w="114300" prst="artDeco"/>
          </a:sp3d>
        </p:spPr>
        <p:txBody>
          <a:bodyPr>
            <a:normAutofit fontScale="52500" lnSpcReduction="20000"/>
          </a:bodyPr>
          <a:lstStyle/>
          <a:p>
            <a:pPr marL="0" indent="0" algn="ctr">
              <a:buNone/>
            </a:pPr>
            <a:r>
              <a:rPr lang="en-US" sz="4400" b="1" dirty="0"/>
              <a:t/>
            </a:r>
            <a:br>
              <a:rPr lang="en-US" sz="4400" b="1" dirty="0"/>
            </a:br>
            <a:r>
              <a:rPr lang="en-US" sz="4400" b="1" u="sng" dirty="0"/>
              <a:t>First Difference  </a:t>
            </a:r>
            <a:r>
              <a:rPr lang="en-US" sz="4400" dirty="0"/>
              <a:t/>
            </a:r>
            <a:br>
              <a:rPr lang="en-US" sz="4400" dirty="0"/>
            </a:br>
            <a:endParaRPr lang="en-US" dirty="0"/>
          </a:p>
        </p:txBody>
      </p:sp>
      <p:sp>
        <p:nvSpPr>
          <p:cNvPr id="5" name="Title 1">
            <a:extLst>
              <a:ext uri="{FF2B5EF4-FFF2-40B4-BE49-F238E27FC236}">
                <a16:creationId xmlns="" xmlns:a16="http://schemas.microsoft.com/office/drawing/2014/main" id="{CB10CC10-AF22-1421-3049-C6A13E2C085F}"/>
              </a:ext>
            </a:extLst>
          </p:cNvPr>
          <p:cNvSpPr txBox="1">
            <a:spLocks/>
          </p:cNvSpPr>
          <p:nvPr/>
        </p:nvSpPr>
        <p:spPr>
          <a:xfrm>
            <a:off x="5220073" y="1340768"/>
            <a:ext cx="3312368" cy="997498"/>
          </a:xfrm>
          <a:prstGeom prst="rect">
            <a:avLst/>
          </a:prstGeom>
          <a:solidFill>
            <a:schemeClr val="bg1">
              <a:lumMod val="85000"/>
            </a:schemeClr>
          </a:solidFill>
          <a:scene3d>
            <a:camera prst="orthographicFront"/>
            <a:lightRig rig="threePt" dir="t"/>
          </a:scene3d>
          <a:sp3d>
            <a:bevelT w="114300" prst="artDeco"/>
          </a:sp3d>
        </p:spPr>
        <p:txBody>
          <a:bodyPr vert="horz" lIns="91440" tIns="45720" rIns="91440" bIns="45720" rtlCol="1">
            <a:normAutofit fontScale="60000" lnSpcReduction="20000"/>
          </a:bodyPr>
          <a:lstStyle>
            <a:lvl1pPr marL="342900" indent="-342900" algn="r" defTabSz="914400" rtl="1"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r" defTabSz="914400" rtl="1"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r" defTabSz="914400" rtl="1"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4400" b="1" dirty="0" smtClean="0"/>
              <a:t/>
            </a:r>
            <a:br>
              <a:rPr lang="en-US" sz="4400" b="1" dirty="0" smtClean="0"/>
            </a:br>
            <a:r>
              <a:rPr lang="en-US" sz="4400" b="1" u="sng" dirty="0" smtClean="0"/>
              <a:t>log </a:t>
            </a:r>
            <a:r>
              <a:rPr lang="en-US" sz="4400" b="1" dirty="0" smtClean="0"/>
              <a:t> Correction</a:t>
            </a:r>
            <a:r>
              <a:rPr lang="en-US" sz="4400" dirty="0" smtClean="0"/>
              <a:t/>
            </a:r>
            <a:br>
              <a:rPr lang="en-US" sz="4400" dirty="0" smtClean="0"/>
            </a:br>
            <a:endParaRPr lang="en-US" dirty="0"/>
          </a:p>
        </p:txBody>
      </p:sp>
      <p:sp>
        <p:nvSpPr>
          <p:cNvPr id="6" name="Title 1">
            <a:extLst>
              <a:ext uri="{FF2B5EF4-FFF2-40B4-BE49-F238E27FC236}">
                <a16:creationId xmlns="" xmlns:a16="http://schemas.microsoft.com/office/drawing/2014/main" id="{CB10CC10-AF22-1421-3049-C6A13E2C085F}"/>
              </a:ext>
            </a:extLst>
          </p:cNvPr>
          <p:cNvSpPr txBox="1">
            <a:spLocks/>
          </p:cNvSpPr>
          <p:nvPr/>
        </p:nvSpPr>
        <p:spPr>
          <a:xfrm>
            <a:off x="107504" y="3895327"/>
            <a:ext cx="4392488" cy="1866911"/>
          </a:xfrm>
          <a:prstGeom prst="rect">
            <a:avLst/>
          </a:prstGeom>
          <a:solidFill>
            <a:schemeClr val="bg1">
              <a:lumMod val="85000"/>
            </a:schemeClr>
          </a:solidFill>
          <a:scene3d>
            <a:camera prst="orthographicFront"/>
            <a:lightRig rig="threePt" dir="t"/>
          </a:scene3d>
          <a:sp3d>
            <a:bevelT w="114300" prst="artDeco"/>
          </a:sp3d>
        </p:spPr>
        <p:txBody>
          <a:bodyPr vert="horz" lIns="91440" tIns="45720" rIns="91440" bIns="45720" rtlCol="1">
            <a:normAutofit fontScale="82500" lnSpcReduction="20000"/>
          </a:bodyPr>
          <a:lstStyle>
            <a:lvl1pPr marL="342900" indent="-342900" algn="r" defTabSz="914400" rtl="1"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r" defTabSz="914400" rtl="1"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r" defTabSz="914400" rtl="1"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l">
              <a:buNone/>
            </a:pPr>
            <a:r>
              <a:rPr lang="en-US" sz="4400" b="1" dirty="0" smtClean="0"/>
              <a:t/>
            </a:r>
            <a:br>
              <a:rPr lang="en-US" sz="4400" b="1" dirty="0" smtClean="0"/>
            </a:br>
            <a:r>
              <a:rPr lang="en-US" sz="4400" b="1" dirty="0" smtClean="0"/>
              <a:t>series             </a:t>
            </a:r>
            <a:r>
              <a:rPr lang="en-US" sz="4400" dirty="0" smtClean="0"/>
              <a:t/>
            </a:r>
            <a:br>
              <a:rPr lang="en-US" sz="4400" dirty="0" smtClean="0"/>
            </a:br>
            <a:r>
              <a:rPr lang="en-US" sz="4400" dirty="0" smtClean="0"/>
              <a:t>                                                           d</a:t>
            </a:r>
            <a:r>
              <a:rPr lang="en-US" sz="4400" b="1" dirty="0" smtClean="0"/>
              <a:t>(series</a:t>
            </a:r>
            <a:r>
              <a:rPr lang="en-US" sz="4400" dirty="0" smtClean="0"/>
              <a:t>)</a:t>
            </a:r>
            <a:endParaRPr lang="en-US" dirty="0"/>
          </a:p>
        </p:txBody>
      </p:sp>
      <p:sp>
        <p:nvSpPr>
          <p:cNvPr id="7" name="Title 1">
            <a:extLst>
              <a:ext uri="{FF2B5EF4-FFF2-40B4-BE49-F238E27FC236}">
                <a16:creationId xmlns="" xmlns:a16="http://schemas.microsoft.com/office/drawing/2014/main" id="{CB10CC10-AF22-1421-3049-C6A13E2C085F}"/>
              </a:ext>
            </a:extLst>
          </p:cNvPr>
          <p:cNvSpPr txBox="1">
            <a:spLocks/>
          </p:cNvSpPr>
          <p:nvPr/>
        </p:nvSpPr>
        <p:spPr>
          <a:xfrm>
            <a:off x="4976910" y="3922721"/>
            <a:ext cx="3798693" cy="1850346"/>
          </a:xfrm>
          <a:prstGeom prst="rect">
            <a:avLst/>
          </a:prstGeom>
          <a:solidFill>
            <a:schemeClr val="bg1">
              <a:lumMod val="85000"/>
            </a:schemeClr>
          </a:solidFill>
          <a:scene3d>
            <a:camera prst="orthographicFront"/>
            <a:lightRig rig="threePt" dir="t"/>
          </a:scene3d>
          <a:sp3d>
            <a:bevelT w="114300" prst="artDeco"/>
          </a:sp3d>
        </p:spPr>
        <p:txBody>
          <a:bodyPr vert="horz" lIns="91440" tIns="45720" rIns="91440" bIns="45720" rtlCol="1">
            <a:normAutofit fontScale="97500"/>
          </a:bodyPr>
          <a:lstStyle>
            <a:lvl1pPr marL="342900" indent="-342900" algn="r" defTabSz="914400" rtl="1"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r" defTabSz="914400" rtl="1"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r" defTabSz="914400" rtl="1"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l">
              <a:buNone/>
            </a:pPr>
            <a:r>
              <a:rPr lang="en-US" sz="2000" b="1" dirty="0" smtClean="0"/>
              <a:t/>
            </a:r>
            <a:br>
              <a:rPr lang="en-US" sz="2000" b="1" dirty="0" smtClean="0"/>
            </a:br>
            <a:r>
              <a:rPr lang="en-US" sz="2000" b="1" u="sng" dirty="0" smtClean="0"/>
              <a:t>First Difference  </a:t>
            </a:r>
            <a:r>
              <a:rPr lang="en-US" sz="2000" dirty="0" smtClean="0"/>
              <a:t/>
            </a:r>
            <a:br>
              <a:rPr lang="en-US" sz="2000" dirty="0" smtClean="0"/>
            </a:br>
            <a:endParaRPr lang="en-US" sz="2000" dirty="0" smtClean="0"/>
          </a:p>
          <a:p>
            <a:pPr marL="0" indent="0" algn="r" rtl="0">
              <a:buNone/>
            </a:pPr>
            <a:r>
              <a:rPr lang="en-US" sz="2000" dirty="0" smtClean="0"/>
              <a:t>                                                      </a:t>
            </a:r>
            <a:r>
              <a:rPr lang="en-US" sz="2500" b="1" dirty="0" smtClean="0"/>
              <a:t>log(series)</a:t>
            </a:r>
            <a:endParaRPr lang="en-US" sz="2000" b="1" dirty="0" smtClean="0"/>
          </a:p>
          <a:p>
            <a:pPr algn="l"/>
            <a:endParaRPr lang="en-US" sz="1600" dirty="0"/>
          </a:p>
        </p:txBody>
      </p:sp>
      <p:cxnSp>
        <p:nvCxnSpPr>
          <p:cNvPr id="8" name="رابط كسهم مستقيم 7"/>
          <p:cNvCxnSpPr/>
          <p:nvPr/>
        </p:nvCxnSpPr>
        <p:spPr>
          <a:xfrm>
            <a:off x="1115616" y="3909188"/>
            <a:ext cx="936104"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9" name="رابط كسهم مستقيم 8"/>
          <p:cNvCxnSpPr/>
          <p:nvPr/>
        </p:nvCxnSpPr>
        <p:spPr>
          <a:xfrm>
            <a:off x="6444208" y="3911242"/>
            <a:ext cx="936104"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10" name="سهم للأسفل 9"/>
          <p:cNvSpPr/>
          <p:nvPr/>
        </p:nvSpPr>
        <p:spPr>
          <a:xfrm>
            <a:off x="1907704" y="2645296"/>
            <a:ext cx="288032" cy="100811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DZ"/>
          </a:p>
        </p:txBody>
      </p:sp>
      <p:sp>
        <p:nvSpPr>
          <p:cNvPr id="11" name="سهم للأسفل 10"/>
          <p:cNvSpPr/>
          <p:nvPr/>
        </p:nvSpPr>
        <p:spPr>
          <a:xfrm>
            <a:off x="7244680" y="2645296"/>
            <a:ext cx="288032" cy="100811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DZ"/>
          </a:p>
        </p:txBody>
      </p:sp>
    </p:spTree>
    <p:extLst>
      <p:ext uri="{BB962C8B-B14F-4D97-AF65-F5344CB8AC3E}">
        <p14:creationId xmlns:p14="http://schemas.microsoft.com/office/powerpoint/2010/main" val="15106133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a:xfrm>
            <a:off x="0" y="0"/>
            <a:ext cx="9036496" cy="692696"/>
          </a:xfrm>
          <a:solidFill>
            <a:schemeClr val="bg1">
              <a:lumMod val="85000"/>
            </a:schemeClr>
          </a:solidFill>
          <a:scene3d>
            <a:camera prst="orthographicFront"/>
            <a:lightRig rig="threePt" dir="t"/>
          </a:scene3d>
          <a:sp3d>
            <a:bevelT w="165100" prst="coolSlant"/>
          </a:sp3d>
        </p:spPr>
        <p:txBody>
          <a:bodyPr>
            <a:normAutofit fontScale="90000"/>
          </a:bodyPr>
          <a:lstStyle/>
          <a:p>
            <a:pPr rtl="0"/>
            <a:r>
              <a:rPr lang="en-US" dirty="0" smtClean="0"/>
              <a:t>PP_test</a:t>
            </a:r>
            <a:endParaRPr lang="ar-DZ" dirty="0"/>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7" y="3736504"/>
            <a:ext cx="9088030" cy="3121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1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88" y="764704"/>
            <a:ext cx="9076219" cy="297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91770364"/>
      </p:ext>
    </p:extLst>
  </p:cSld>
  <p:clrMapOvr>
    <a:masterClrMapping/>
  </p:clrMapOvr>
</p:sld>
</file>

<file path=ppt/theme/theme1.xml><?xml version="1.0" encoding="utf-8"?>
<a:theme xmlns:a="http://schemas.openxmlformats.org/drawingml/2006/main" name="نسق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159</TotalTime>
  <Words>326</Words>
  <Application>Microsoft Office PowerPoint</Application>
  <PresentationFormat>عرض على الشاشة (3:4)‏</PresentationFormat>
  <Paragraphs>60</Paragraphs>
  <Slides>21</Slides>
  <Notes>0</Notes>
  <HiddenSlides>0</HiddenSlides>
  <MMClips>0</MMClips>
  <ScaleCrop>false</ScaleCrop>
  <HeadingPairs>
    <vt:vector size="4" baseType="variant">
      <vt:variant>
        <vt:lpstr>نسق</vt:lpstr>
      </vt:variant>
      <vt:variant>
        <vt:i4>1</vt:i4>
      </vt:variant>
      <vt:variant>
        <vt:lpstr>عناوين الشرائح</vt:lpstr>
      </vt:variant>
      <vt:variant>
        <vt:i4>21</vt:i4>
      </vt:variant>
    </vt:vector>
  </HeadingPairs>
  <TitlesOfParts>
    <vt:vector size="22" baseType="lpstr">
      <vt:lpstr>نسق Office</vt:lpstr>
      <vt:lpstr>Introduction in time series</vt:lpstr>
      <vt:lpstr>Trend Component</vt:lpstr>
      <vt:lpstr>Seasonality Component</vt:lpstr>
      <vt:lpstr>Cyclical Component</vt:lpstr>
      <vt:lpstr>Irregular Component</vt:lpstr>
      <vt:lpstr>عرض تقديمي في PowerPoint</vt:lpstr>
      <vt:lpstr> Tests Applied on Time series </vt:lpstr>
      <vt:lpstr>1.Stationarity test</vt:lpstr>
      <vt:lpstr>Example of Time series </vt:lpstr>
      <vt:lpstr>Why and  what is  stationarity?</vt:lpstr>
      <vt:lpstr>Stationarity Hypothesis In Time  series </vt:lpstr>
      <vt:lpstr>عرض تقديمي في PowerPoint</vt:lpstr>
      <vt:lpstr>Phillips-Perron (PP) Test</vt:lpstr>
      <vt:lpstr>How to create series in R</vt:lpstr>
      <vt:lpstr>Stationary time  series</vt:lpstr>
      <vt:lpstr>ADF_test</vt:lpstr>
      <vt:lpstr>عرض تقديمي في PowerPoint</vt:lpstr>
      <vt:lpstr>Kpss_test</vt:lpstr>
      <vt:lpstr>عرض تقديمي في PowerPoint</vt:lpstr>
      <vt:lpstr>Transformation I time series</vt:lpstr>
      <vt:lpstr>PP_test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in time series</dc:title>
  <dc:creator>PC</dc:creator>
  <cp:lastModifiedBy>PC</cp:lastModifiedBy>
  <cp:revision>21</cp:revision>
  <dcterms:created xsi:type="dcterms:W3CDTF">2026-03-06T15:48:59Z</dcterms:created>
  <dcterms:modified xsi:type="dcterms:W3CDTF">2026-03-08T16:22:53Z</dcterms:modified>
</cp:coreProperties>
</file>